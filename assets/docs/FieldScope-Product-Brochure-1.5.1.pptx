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ebd42a1d56436b" /><Relationship Type="http://schemas.openxmlformats.org/officeDocument/2006/relationships/extended-properties" Target="/docProps/app.xml" Id="R22463ec94c4c4e9a" /><Relationship Type="http://schemas.openxmlformats.org/officeDocument/2006/relationships/officeDocument" Target="/ppt/presentation.xml" Id="R0700ef44479344c2" /></Relationships>
</file>

<file path=ppt/presentation.xml><?xml version="1.0" encoding="utf-8"?>
<p:presentation xmlns:p="http://schemas.openxmlformats.org/presentationml/2006/main">
  <p:sldMasterIdLst>
    <p:sldMasterId xmlns:r="http://schemas.openxmlformats.org/officeDocument/2006/relationships" id="2147483648" r:id="Rcea2a7544e254b1b"/>
  </p:sldMasterIdLst>
  <p:notesMasterIdLst>
    <p:notesMasterId xmlns:r="http://schemas.openxmlformats.org/officeDocument/2006/relationships" r:id="Rb2242d4b5bf7482f"/>
  </p:notesMasterIdLst>
  <p:sldIdLst>
    <p:sldId xmlns:r="http://schemas.openxmlformats.org/officeDocument/2006/relationships" id="256" r:id="R627b7c8f74fe4d39"/>
    <p:sldId xmlns:r="http://schemas.openxmlformats.org/officeDocument/2006/relationships" id="257" r:id="Rc459adbad00546df"/>
    <p:sldId xmlns:r="http://schemas.openxmlformats.org/officeDocument/2006/relationships" id="258" r:id="R0b981ec25bba49ca"/>
    <p:sldId xmlns:r="http://schemas.openxmlformats.org/officeDocument/2006/relationships" id="259" r:id="R82025b3beb5f4def"/>
    <p:sldId xmlns:r="http://schemas.openxmlformats.org/officeDocument/2006/relationships" id="260" r:id="R3e1ca7f488774047"/>
    <p:sldId xmlns:r="http://schemas.openxmlformats.org/officeDocument/2006/relationships" id="261" r:id="R3e7581cbe650428b"/>
    <p:sldId xmlns:r="http://schemas.openxmlformats.org/officeDocument/2006/relationships" id="262" r:id="R7ff1e8afa9d64cdc"/>
    <p:sldId xmlns:r="http://schemas.openxmlformats.org/officeDocument/2006/relationships" id="263" r:id="R81fd8fd5f5864bf4"/>
    <p:sldId xmlns:r="http://schemas.openxmlformats.org/officeDocument/2006/relationships" id="264" r:id="R5762bb4610044cf8"/>
    <p:sldId xmlns:r="http://schemas.openxmlformats.org/officeDocument/2006/relationships" id="265" r:id="R76d1b2ff73074863"/>
    <p:sldId xmlns:r="http://schemas.openxmlformats.org/officeDocument/2006/relationships" id="266" r:id="R0ee06a52741940d6"/>
    <p:sldId xmlns:r="http://schemas.openxmlformats.org/officeDocument/2006/relationships" id="267" r:id="R775b0d449a02499d"/>
    <p:sldId xmlns:r="http://schemas.openxmlformats.org/officeDocument/2006/relationships" id="268" r:id="Refc6547c649544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01476cf4494023" /><Relationship Type="http://schemas.openxmlformats.org/officeDocument/2006/relationships/slideMaster" Target="/ppt/slideMasters/slideMaster1.xml" Id="Rcea2a7544e254b1b" /><Relationship Type="http://schemas.openxmlformats.org/officeDocument/2006/relationships/notesMaster" Target="/ppt/notesMasters/notesMaster1.xml" Id="Rb2242d4b5bf7482f" /><Relationship Type="http://schemas.openxmlformats.org/officeDocument/2006/relationships/presProps" Target="/ppt/presProps.xml" Id="R4fda7804dd674c10" /><Relationship Type="http://schemas.openxmlformats.org/officeDocument/2006/relationships/tableStyles" Target="/ppt/tableStyles.xml" Id="R23576aa9c28643ff" /><Relationship Type="http://schemas.openxmlformats.org/officeDocument/2006/relationships/slide" Target="/ppt/slides/slide1.xml" Id="R627b7c8f74fe4d39" /><Relationship Type="http://schemas.openxmlformats.org/officeDocument/2006/relationships/slide" Target="/ppt/slides/slide2.xml" Id="Rc459adbad00546df" /><Relationship Type="http://schemas.openxmlformats.org/officeDocument/2006/relationships/slide" Target="/ppt/slides/slide3.xml" Id="R0b981ec25bba49ca" /><Relationship Type="http://schemas.openxmlformats.org/officeDocument/2006/relationships/slide" Target="/ppt/slides/slide4.xml" Id="R82025b3beb5f4def" /><Relationship Type="http://schemas.openxmlformats.org/officeDocument/2006/relationships/slide" Target="/ppt/slides/slide5.xml" Id="R3e1ca7f488774047" /><Relationship Type="http://schemas.openxmlformats.org/officeDocument/2006/relationships/slide" Target="/ppt/slides/slide6.xml" Id="R3e7581cbe650428b" /><Relationship Type="http://schemas.openxmlformats.org/officeDocument/2006/relationships/slide" Target="/ppt/slides/slide7.xml" Id="R7ff1e8afa9d64cdc" /><Relationship Type="http://schemas.openxmlformats.org/officeDocument/2006/relationships/slide" Target="/ppt/slides/slide8.xml" Id="R81fd8fd5f5864bf4" /><Relationship Type="http://schemas.openxmlformats.org/officeDocument/2006/relationships/slide" Target="/ppt/slides/slide9.xml" Id="R5762bb4610044cf8" /><Relationship Type="http://schemas.openxmlformats.org/officeDocument/2006/relationships/slide" Target="/ppt/slides/slide10.xml" Id="R76d1b2ff73074863" /><Relationship Type="http://schemas.openxmlformats.org/officeDocument/2006/relationships/slide" Target="/ppt/slides/slide11.xml" Id="R0ee06a52741940d6" /><Relationship Type="http://schemas.openxmlformats.org/officeDocument/2006/relationships/slide" Target="/ppt/slides/slide12.xml" Id="R775b0d449a02499d" /><Relationship Type="http://schemas.openxmlformats.org/officeDocument/2006/relationships/slide" Target="/ppt/slides/slide13.xml" Id="Refc6547c649544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a6d4ffd5ff46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1f080a6f11453b" /><Relationship Type="http://schemas.openxmlformats.org/officeDocument/2006/relationships/notesMaster" Target="/ppt/notesMasters/notesMaster1.xml" Id="R60d9bc5587114c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41b142e92341a3" /><Relationship Type="http://schemas.openxmlformats.org/officeDocument/2006/relationships/notesMaster" Target="/ppt/notesMasters/notesMaster1.xml" Id="R7cc19cbe237c42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1d28bd0f23469d" /><Relationship Type="http://schemas.openxmlformats.org/officeDocument/2006/relationships/notesMaster" Target="/ppt/notesMasters/notesMaster1.xml" Id="R302c0831b1f74e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dd6e4515584c15" /><Relationship Type="http://schemas.openxmlformats.org/officeDocument/2006/relationships/notesMaster" Target="/ppt/notesMasters/notesMaster1.xml" Id="Ra4d094bc610746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9989a34ea5479c" /><Relationship Type="http://schemas.openxmlformats.org/officeDocument/2006/relationships/notesMaster" Target="/ppt/notesMasters/notesMaster1.xml" Id="Rb996f536912847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7525ef168b4954" /><Relationship Type="http://schemas.openxmlformats.org/officeDocument/2006/relationships/notesMaster" Target="/ppt/notesMasters/notesMaster1.xml" Id="R60d2f4ffde7b40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23b135603d4ba4" /><Relationship Type="http://schemas.openxmlformats.org/officeDocument/2006/relationships/notesMaster" Target="/ppt/notesMasters/notesMaster1.xml" Id="Rfcab6412ce0f43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0dc3c5ed2c4015" /><Relationship Type="http://schemas.openxmlformats.org/officeDocument/2006/relationships/notesMaster" Target="/ppt/notesMasters/notesMaster1.xml" Id="R071a815e710945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a6bf8d33f742bb" /><Relationship Type="http://schemas.openxmlformats.org/officeDocument/2006/relationships/notesMaster" Target="/ppt/notesMasters/notesMaster1.xml" Id="Rdbf857b1649f464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a78bec23244944" /><Relationship Type="http://schemas.openxmlformats.org/officeDocument/2006/relationships/notesMaster" Target="/ppt/notesMasters/notesMaster1.xml" Id="R8a837defee4f4b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0931048c7340d7" /><Relationship Type="http://schemas.openxmlformats.org/officeDocument/2006/relationships/notesMaster" Target="/ppt/notesMasters/notesMaster1.xml" Id="R4245f429e7da4d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e5c00f880054397" /><Relationship Type="http://schemas.openxmlformats.org/officeDocument/2006/relationships/notesMaster" Target="/ppt/notesMasters/notesMaster1.xml" Id="R9cd1f5ce7e88486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36bf9b987e4bc1" /><Relationship Type="http://schemas.openxmlformats.org/officeDocument/2006/relationships/notesMaster" Target="/ppt/notesMasters/notesMaster1.xml" Id="Rf2800eb23ede44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 기준: FieldScope 1.5.1 소스 및 정식 서명 APK. 화면: Android 15 에뮬레이터에서 촬영한 실제 앱, 별도 문서 예제 프로젝트. XGI 값은 PC 시뮬레이터의 읽기 전용 데이터. 사용자 제공 JView 제품소개서는 구성과 브랜드 디자인 참고 자료이며 JView 기능을 FieldScope 기능으로 전용하지 않았음.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 기준: FieldScope 1.5.1 소스 및 정식 서명 APK. 화면: Android 15 에뮬레이터에서 촬영한 실제 앱, 별도 문서 예제 프로젝트. XGI 값은 PC 시뮬레이터의 읽기 전용 데이터. 사용자 제공 JView 제품소개서는 구성과 브랜드 디자인 참고 자료이며 JView 기능을 FieldScope 기능으로 전용하지 않았음.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 기준: FieldScope 1.5.1 소스 및 정식 서명 APK. 화면: Android 15 에뮬레이터에서 촬영한 실제 앱, 별도 문서 예제 프로젝트. XGI 값은 PC 시뮬레이터의 읽기 전용 데이터. 사용자 제공 JView 제품소개서는 구성과 브랜드 디자인 참고 자료이며 JView 기능을 FieldScope 기능으로 전용하지 않았음.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 기준: FieldScope 1.5.1 소스 및 정식 서명 APK. 화면: Android 15 에뮬레이터에서 촬영한 실제 앱, 별도 문서 예제 프로젝트. XGI 값은 PC 시뮬레이터의 읽기 전용 데이터. 사용자 제공 JView 제품소개서는 구성과 브랜드 디자인 참고 자료이며 JView 기능을 FieldScope 기능으로 전용하지 않았음.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 기준: FieldScope 1.5.1 소스 및 정식 서명 APK. 화면: Android 15 에뮬레이터에서 촬영한 실제 앱, 별도 문서 예제 프로젝트. XGI 값은 PC 시뮬레이터의 읽기 전용 데이터. 사용자 제공 JView 제품소개서는 구성과 브랜드 디자인 참고 자료이며 JView 기능을 FieldScope 기능으로 전용하지 않았음.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 기준: FieldScope 1.5.1 소스 및 정식 서명 APK. 화면: Android 15 에뮬레이터에서 촬영한 실제 앱, 별도 문서 예제 프로젝트. XGI 값은 PC 시뮬레이터의 읽기 전용 데이터. 사용자 제공 JView 제품소개서는 구성과 브랜드 디자인 참고 자료이며 JView 기능을 FieldScope 기능으로 전용하지 않았음.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 기준: FieldScope 1.5.1 소스 및 정식 서명 APK. 화면: Android 15 에뮬레이터에서 촬영한 실제 앱, 별도 문서 예제 프로젝트. XGI 값은 PC 시뮬레이터의 읽기 전용 데이터. 사용자 제공 JView 제품소개서는 구성과 브랜드 디자인 참고 자료이며 JView 기능을 FieldScope 기능으로 전용하지 않았음.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 기준: FieldScope 1.5.1 소스 및 정식 서명 APK. 화면: Android 15 에뮬레이터에서 촬영한 실제 앱, 별도 문서 예제 프로젝트. XGI 값은 PC 시뮬레이터의 읽기 전용 데이터. 사용자 제공 JView 제품소개서는 구성과 브랜드 디자인 참고 자료이며 JView 기능을 FieldScope 기능으로 전용하지 않았음.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 기준: FieldScope 1.5.1 소스 및 정식 서명 APK. 화면: Android 15 에뮬레이터에서 촬영한 실제 앱, 별도 문서 예제 프로젝트. XGI 값은 PC 시뮬레이터의 읽기 전용 데이터. 사용자 제공 JView 제품소개서는 구성과 브랜드 디자인 참고 자료이며 JView 기능을 FieldScope 기능으로 전용하지 않았음.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 기준: FieldScope 1.5.1 소스 및 정식 서명 APK. 화면: Android 15 에뮬레이터에서 촬영한 실제 앱, 별도 문서 예제 프로젝트. XGI 값은 PC 시뮬레이터의 읽기 전용 데이터. 사용자 제공 JView 제품소개서는 구성과 브랜드 디자인 참고 자료이며 JView 기능을 FieldScope 기능으로 전용하지 않았음.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 기준: FieldScope 1.5.1 소스 및 정식 서명 APK. 화면: Android 15 에뮬레이터에서 촬영한 실제 앱, 별도 문서 예제 프로젝트. XGI 값은 PC 시뮬레이터의 읽기 전용 데이터. 사용자 제공 JView 제품소개서는 구성과 브랜드 디자인 참고 자료이며 JView 기능을 FieldScope 기능으로 전용하지 않았음.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 기준: FieldScope 1.5.1 소스 및 정식 서명 APK. 화면: Android 15 에뮬레이터에서 촬영한 실제 앱, 별도 문서 예제 프로젝트. XGI 값은 PC 시뮬레이터의 읽기 전용 데이터. 사용자 제공 JView 제품소개서는 구성과 브랜드 디자인 참고 자료이며 JView 기능을 FieldScope 기능으로 전용하지 않았음.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 기준: FieldScope 1.5.1 소스 및 정식 서명 APK. 화면: Android 15 에뮬레이터에서 촬영한 실제 앱, 별도 문서 예제 프로젝트. XGI 값은 PC 시뮬레이터의 읽기 전용 데이터. 사용자 제공 JView 제품소개서는 구성과 브랜드 디자인 참고 자료이며 JView 기능을 FieldScope 기능으로 전용하지 않았음.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84d40ef1054a8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f42ae42f2ea4b5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9e73a55b51b44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3e3fff001c47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3aed9038da649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07894c1dd345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40207E-1BD2-4FC0-A397-6A280892BF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97BCF2E-970F-4380-A364-CC9EB04D1AF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E77E511-391F-48C2-A3FD-B4146626BAD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B53362-31F2-4364-9C37-1F74136D08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8667856-A49A-43C8-9F5C-1508F11FD69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E9415EB-A8C3-48D8-8FAB-79EC93BEA7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C95FEF-A905-42BF-8697-7FFB139B38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875C5B3-D124-42A4-991D-BD16AC985C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4D3197-90B6-4466-B169-0AE85AD614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02AE294-7EB3-4EDB-A8B5-3B19CDE74A0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b6e7a0375c4dda" /><Relationship Type="http://schemas.openxmlformats.org/officeDocument/2006/relationships/slideLayout" Target="/ppt/slideLayouts/slideLayout1.xml" Id="R667ad5a080524cd6" /><Relationship Type="http://schemas.openxmlformats.org/officeDocument/2006/relationships/slideLayout" Target="/ppt/slideLayouts/slideLayout2.xml" Id="R53fb26ff3f3c4753" /><Relationship Type="http://schemas.openxmlformats.org/officeDocument/2006/relationships/slideLayout" Target="/ppt/slideLayouts/slideLayout3.xml" Id="Rcc960df93f104a2f" /><Relationship Type="http://schemas.openxmlformats.org/officeDocument/2006/relationships/slideLayout" Target="/ppt/slideLayouts/slideLayout4.xml" Id="R85750905c7f6451b" /><Relationship Type="http://schemas.openxmlformats.org/officeDocument/2006/relationships/slideLayout" Target="/ppt/slideLayouts/slideLayout5.xml" Id="R3f1e0cb2735e4c89" /><Relationship Type="http://schemas.openxmlformats.org/officeDocument/2006/relationships/slideLayout" Target="/ppt/slideLayouts/slideLayout6.xml" Id="Rd2db704961274b6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7ad5a080524cd6"/>
    <p:sldLayoutId xmlns:r="http://schemas.openxmlformats.org/officeDocument/2006/relationships" id="2147483650" r:id="R53fb26ff3f3c4753"/>
    <p:sldLayoutId xmlns:r="http://schemas.openxmlformats.org/officeDocument/2006/relationships" id="2147483651" r:id="Rcc960df93f104a2f"/>
    <p:sldLayoutId xmlns:r="http://schemas.openxmlformats.org/officeDocument/2006/relationships" id="2147483652" r:id="R85750905c7f6451b"/>
    <p:sldLayoutId xmlns:r="http://schemas.openxmlformats.org/officeDocument/2006/relationships" id="2147483653" r:id="R3f1e0cb2735e4c89"/>
    <p:sldLayoutId xmlns:r="http://schemas.openxmlformats.org/officeDocument/2006/relationships" id="2147483654" r:id="Rd2db704961274b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8a0e9a58d264bcb" /><Relationship Type="http://schemas.openxmlformats.org/officeDocument/2006/relationships/image" Target="/ppt/media/image.png" Id="Re26c3b02d5c24779" /><Relationship Type="http://schemas.openxmlformats.org/officeDocument/2006/relationships/notesSlide" Target="/ppt/notesSlides/notesSlide1.xml" Id="R96d3acdce77143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03cd7ee4926482d" /><Relationship Type="http://schemas.openxmlformats.org/officeDocument/2006/relationships/image" Target="/ppt/media/image2.png" Id="R1ee2b2b0e6b34b2b" /><Relationship Type="http://schemas.openxmlformats.org/officeDocument/2006/relationships/notesSlide" Target="/ppt/notesSlides/notesSlide2.xml" Id="Rbde308bf5faa46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125a467db5848ec" /><Relationship Type="http://schemas.openxmlformats.org/officeDocument/2006/relationships/image" Target="/ppt/media/image3.png" Id="R99d5029b6e2a4516" /><Relationship Type="http://schemas.openxmlformats.org/officeDocument/2006/relationships/notesSlide" Target="/ppt/notesSlides/notesSlide3.xml" Id="Re72928f200904d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2461bbb4536456e" /><Relationship Type="http://schemas.openxmlformats.org/officeDocument/2006/relationships/notesSlide" Target="/ppt/notesSlides/notesSlide4.xml" Id="R5bbcbf40f72b43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9c65752bbe345e0" /><Relationship Type="http://schemas.openxmlformats.org/officeDocument/2006/relationships/image" Target="/ppt/media/image4.png" Id="Rc99859eb6fde413f" /><Relationship Type="http://schemas.openxmlformats.org/officeDocument/2006/relationships/notesSlide" Target="/ppt/notesSlides/notesSlide5.xml" Id="Rb1a5708b721e49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d2ade8470a34340" /><Relationship Type="http://schemas.openxmlformats.org/officeDocument/2006/relationships/image" Target="/ppt/media/image5.png" Id="R83eb954a6d2c4568" /><Relationship Type="http://schemas.openxmlformats.org/officeDocument/2006/relationships/notesSlide" Target="/ppt/notesSlides/notesSlide6.xml" Id="R2d02c4aa192c47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c083f4048e9468b" /><Relationship Type="http://schemas.openxmlformats.org/officeDocument/2006/relationships/image" Target="/ppt/media/image6.png" Id="R4fe89fbdc2714422" /><Relationship Type="http://schemas.openxmlformats.org/officeDocument/2006/relationships/notesSlide" Target="/ppt/notesSlides/notesSlide7.xml" Id="R47bacbbd3a9f4b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27272309e2a4973" /><Relationship Type="http://schemas.openxmlformats.org/officeDocument/2006/relationships/image" Target="/ppt/media/image7.png" Id="R17da1ea5d71044ee" /><Relationship Type="http://schemas.openxmlformats.org/officeDocument/2006/relationships/notesSlide" Target="/ppt/notesSlides/notesSlide8.xml" Id="Rd9ba57e26ecc4b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f691ab4bff34e0d" /><Relationship Type="http://schemas.openxmlformats.org/officeDocument/2006/relationships/image" Target="/ppt/media/image8.png" Id="Rea010b94c9c5472b" /><Relationship Type="http://schemas.openxmlformats.org/officeDocument/2006/relationships/notesSlide" Target="/ppt/notesSlides/notesSlide9.xml" Id="R90caa0fc74594b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54a5a0b30094d1c" /><Relationship Type="http://schemas.openxmlformats.org/officeDocument/2006/relationships/image" Target="/ppt/media/image9.png" Id="R8726d3a5cf114440" /><Relationship Type="http://schemas.openxmlformats.org/officeDocument/2006/relationships/notesSlide" Target="/ppt/notesSlides/notesSlide10.xml" Id="R1dccf55e9d8242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debc2f7a2fb4de2" /><Relationship Type="http://schemas.openxmlformats.org/officeDocument/2006/relationships/image" Target="/ppt/media/image10.png" Id="R7b101326fa9745b1" /><Relationship Type="http://schemas.openxmlformats.org/officeDocument/2006/relationships/notesSlide" Target="/ppt/notesSlides/notesSlide11.xml" Id="Rc6e9b084140d4ff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250ecc00d414d6f" /><Relationship Type="http://schemas.openxmlformats.org/officeDocument/2006/relationships/image" Target="/ppt/media/image11.png" Id="R216ac44ad8ce4877" /><Relationship Type="http://schemas.openxmlformats.org/officeDocument/2006/relationships/notesSlide" Target="/ppt/notesSlides/notesSlide12.xml" Id="R0cee821069e64b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dc447464e2f4287" /><Relationship Type="http://schemas.openxmlformats.org/officeDocument/2006/relationships/image" Target="/ppt/media/image12.png" Id="R12b5d78bcce24e5f" /><Relationship Type="http://schemas.openxmlformats.org/officeDocument/2006/relationships/notesSlide" Target="/ppt/notesSlides/notesSlide13.xml" Id="R3560cacffd394582" /></Relationships>
</file>

<file path=ppt/slides/slide1.xml><?xml version="1.0" encoding="utf-8"?>
<p:sld xmlns:p="http://schemas.openxmlformats.org/presentationml/2006/main">
  <p:cSld>
    <p:bg>
      <p:bgPr>
        <a:solidFill xmlns:a="http://schemas.openxmlformats.org/drawingml/2006/main">
          <a:srgbClr val="10264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8B9B1D-D12B-4763-AD43-E04ED4ADAB2A}"/>
              </a:ext>
            </a:extLst>
          </p:cNvPr>
          <p:cNvSpPr>
            <a:spLocks xmlns:a="http://schemas.openxmlformats.org/drawingml/2006/main" noGrp="1"/>
          </p:cNvSpPr>
          <p:nvPr/>
        </p:nvSpPr>
        <p:spPr>
          <a:xfrm xmlns:a="http://schemas.openxmlformats.org/drawingml/2006/main">
            <a:off x="1133475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BACBD5"/>
                </a:solidFill>
                <a:latin typeface="Malgun Gothic"/>
                <a:ea typeface="Malgun Gothic"/>
                <a:cs typeface="Malgun Gothic"/>
              </a:defRPr>
            </a:defPPr>
            <a:lvl1pPr>
              <a:defRPr sz="1125" b="0">
                <a:solidFill>
                  <a:srgbClr val="BACBD5"/>
                </a:solidFill>
                <a:latin typeface="Malgun Gothic"/>
                <a:ea typeface="Malgun Gothic"/>
                <a:cs typeface="Malgun Gothic"/>
              </a:defRPr>
            </a:lvl1pPr>
            <a:lvl2pPr>
              <a:defRPr sz="1125" b="0">
                <a:solidFill>
                  <a:srgbClr val="BACBD5"/>
                </a:solidFill>
                <a:latin typeface="Malgun Gothic"/>
                <a:ea typeface="Malgun Gothic"/>
                <a:cs typeface="Malgun Gothic"/>
              </a:defRPr>
            </a:lvl2pPr>
            <a:lvl3pPr>
              <a:defRPr sz="1125" b="0">
                <a:solidFill>
                  <a:srgbClr val="BACBD5"/>
                </a:solidFill>
                <a:latin typeface="Malgun Gothic"/>
                <a:ea typeface="Malgun Gothic"/>
                <a:cs typeface="Malgun Gothic"/>
              </a:defRPr>
            </a:lvl3pPr>
            <a:lvl4pPr>
              <a:defRPr sz="1125" b="0">
                <a:solidFill>
                  <a:srgbClr val="BACBD5"/>
                </a:solidFill>
                <a:latin typeface="Malgun Gothic"/>
                <a:ea typeface="Malgun Gothic"/>
                <a:cs typeface="Malgun Gothic"/>
              </a:defRPr>
            </a:lvl4pPr>
            <a:lvl5pPr>
              <a:defRPr sz="1125" b="0">
                <a:solidFill>
                  <a:srgbClr val="BACBD5"/>
                </a:solidFill>
                <a:latin typeface="Malgun Gothic"/>
                <a:ea typeface="Malgun Gothic"/>
                <a:cs typeface="Malgun Gothic"/>
              </a:defRPr>
            </a:lvl5pPr>
            <a:lvl6pPr>
              <a:defRPr sz="1125" b="0">
                <a:solidFill>
                  <a:srgbClr val="BACBD5"/>
                </a:solidFill>
                <a:latin typeface="Malgun Gothic"/>
                <a:ea typeface="Malgun Gothic"/>
                <a:cs typeface="Malgun Gothic"/>
              </a:defRPr>
            </a:lvl6pPr>
            <a:lvl7pPr>
              <a:defRPr sz="1125" b="0">
                <a:solidFill>
                  <a:srgbClr val="BACBD5"/>
                </a:solidFill>
                <a:latin typeface="Malgun Gothic"/>
                <a:ea typeface="Malgun Gothic"/>
                <a:cs typeface="Malgun Gothic"/>
              </a:defRPr>
            </a:lvl7pPr>
            <a:lvl8pPr>
              <a:defRPr sz="1125" b="0">
                <a:solidFill>
                  <a:srgbClr val="BACBD5"/>
                </a:solidFill>
                <a:latin typeface="Malgun Gothic"/>
                <a:ea typeface="Malgun Gothic"/>
                <a:cs typeface="Malgun Gothic"/>
              </a:defRPr>
            </a:lvl8pPr>
            <a:lvl9pPr>
              <a:defRPr sz="1125" b="0">
                <a:solidFill>
                  <a:srgbClr val="BACBD5"/>
                </a:solidFill>
                <a:latin typeface="Malgun Gothic"/>
                <a:ea typeface="Malgun Gothic"/>
                <a:cs typeface="Malgun Gothic"/>
              </a:defRPr>
            </a:lvl9pPr>
          </a:lstStyle>
          <a:p xmlns:a="http://schemas.openxmlformats.org/drawingml/2006/main">
            <a:pPr>
              <a:defRPr sz="1125" b="0">
                <a:solidFill>
                  <a:srgbClr val="BACBD5"/>
                </a:solidFill>
                <a:latin typeface="Malgun Gothic"/>
                <a:ea typeface="Malgun Gothic"/>
                <a:cs typeface="Malgun Gothic"/>
              </a:defRPr>
            </a:pPr>
            <a:r>
              <a:rPr sz="1125" b="0">
                <a:solidFill>
                  <a:srgbClr val="BACBD5"/>
                </a:solidFill>
                <a:latin typeface="Malgun Gothic"/>
                <a:ea typeface="Malgun Gothic"/>
                <a:cs typeface="Malgun Gothic"/>
              </a:rPr>
              <a:t>01</a:t>
            </a:r>
          </a:p>
        </p:txBody>
      </p:sp>
      <p:sp>
        <p:nvSpPr>
          <p:cNvPr id="2" name="">
            <a:extLst xmlns:a="http://schemas.openxmlformats.org/drawingml/2006/main">
              <a:ext uri="{FF2B5EF4-FFF2-40B4-BE49-F238E27FC236}">
                <a16:creationId xmlns:a16="http://schemas.microsoft.com/office/drawing/2014/main" id="{62B106DE-C332-4451-8B9F-8175185728B2}"/>
              </a:ext>
            </a:extLst>
          </p:cNvPr>
          <p:cNvSpPr>
            <a:spLocks xmlns:a="http://schemas.openxmlformats.org/drawingml/2006/main" noGrp="1"/>
          </p:cNvSpPr>
          <p:nvPr/>
        </p:nvSpPr>
        <p:spPr>
          <a:xfrm xmlns:a="http://schemas.openxmlformats.org/drawingml/2006/main">
            <a:off x="609600" y="1666875"/>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000" b="1">
                <a:solidFill>
                  <a:srgbClr val="FFFFFF"/>
                </a:solidFill>
                <a:latin typeface="Malgun Gothic"/>
                <a:ea typeface="Malgun Gothic"/>
                <a:cs typeface="Malgun Gothic"/>
              </a:defRPr>
            </a:defPPr>
            <a:lvl1pPr>
              <a:defRPr sz="6000" b="1">
                <a:solidFill>
                  <a:srgbClr val="FFFFFF"/>
                </a:solidFill>
                <a:latin typeface="Malgun Gothic"/>
                <a:ea typeface="Malgun Gothic"/>
                <a:cs typeface="Malgun Gothic"/>
              </a:defRPr>
            </a:lvl1pPr>
            <a:lvl2pPr>
              <a:defRPr sz="6000" b="1">
                <a:solidFill>
                  <a:srgbClr val="FFFFFF"/>
                </a:solidFill>
                <a:latin typeface="Malgun Gothic"/>
                <a:ea typeface="Malgun Gothic"/>
                <a:cs typeface="Malgun Gothic"/>
              </a:defRPr>
            </a:lvl2pPr>
            <a:lvl3pPr>
              <a:defRPr sz="6000" b="1">
                <a:solidFill>
                  <a:srgbClr val="FFFFFF"/>
                </a:solidFill>
                <a:latin typeface="Malgun Gothic"/>
                <a:ea typeface="Malgun Gothic"/>
                <a:cs typeface="Malgun Gothic"/>
              </a:defRPr>
            </a:lvl3pPr>
            <a:lvl4pPr>
              <a:defRPr sz="6000" b="1">
                <a:solidFill>
                  <a:srgbClr val="FFFFFF"/>
                </a:solidFill>
                <a:latin typeface="Malgun Gothic"/>
                <a:ea typeface="Malgun Gothic"/>
                <a:cs typeface="Malgun Gothic"/>
              </a:defRPr>
            </a:lvl4pPr>
            <a:lvl5pPr>
              <a:defRPr sz="6000" b="1">
                <a:solidFill>
                  <a:srgbClr val="FFFFFF"/>
                </a:solidFill>
                <a:latin typeface="Malgun Gothic"/>
                <a:ea typeface="Malgun Gothic"/>
                <a:cs typeface="Malgun Gothic"/>
              </a:defRPr>
            </a:lvl5pPr>
            <a:lvl6pPr>
              <a:defRPr sz="6000" b="1">
                <a:solidFill>
                  <a:srgbClr val="FFFFFF"/>
                </a:solidFill>
                <a:latin typeface="Malgun Gothic"/>
                <a:ea typeface="Malgun Gothic"/>
                <a:cs typeface="Malgun Gothic"/>
              </a:defRPr>
            </a:lvl6pPr>
            <a:lvl7pPr>
              <a:defRPr sz="6000" b="1">
                <a:solidFill>
                  <a:srgbClr val="FFFFFF"/>
                </a:solidFill>
                <a:latin typeface="Malgun Gothic"/>
                <a:ea typeface="Malgun Gothic"/>
                <a:cs typeface="Malgun Gothic"/>
              </a:defRPr>
            </a:lvl7pPr>
            <a:lvl8pPr>
              <a:defRPr sz="6000" b="1">
                <a:solidFill>
                  <a:srgbClr val="FFFFFF"/>
                </a:solidFill>
                <a:latin typeface="Malgun Gothic"/>
                <a:ea typeface="Malgun Gothic"/>
                <a:cs typeface="Malgun Gothic"/>
              </a:defRPr>
            </a:lvl8pPr>
            <a:lvl9pPr>
              <a:defRPr sz="6000" b="1">
                <a:solidFill>
                  <a:srgbClr val="FFFFFF"/>
                </a:solidFill>
                <a:latin typeface="Malgun Gothic"/>
                <a:ea typeface="Malgun Gothic"/>
                <a:cs typeface="Malgun Gothic"/>
              </a:defRPr>
            </a:lvl9pPr>
          </a:lstStyle>
          <a:p xmlns:a="http://schemas.openxmlformats.org/drawingml/2006/main">
            <a:pPr>
              <a:defRPr sz="6000" b="1">
                <a:solidFill>
                  <a:srgbClr val="FFFFFF"/>
                </a:solidFill>
                <a:latin typeface="Malgun Gothic"/>
                <a:ea typeface="Malgun Gothic"/>
                <a:cs typeface="Malgun Gothic"/>
              </a:defRPr>
            </a:pPr>
            <a:r>
              <a:rPr sz="6000" b="1">
                <a:solidFill>
                  <a:srgbClr val="FFFFFF"/>
                </a:solidFill>
                <a:latin typeface="Malgun Gothic"/>
                <a:ea typeface="Malgun Gothic"/>
                <a:cs typeface="Malgun Gothic"/>
              </a:rPr>
              <a:t>FieldScope</a:t>
            </a:r>
          </a:p>
        </p:txBody>
      </p:sp>
      <p:sp>
        <p:nvSpPr>
          <p:cNvPr id="3" name="">
            <a:extLst xmlns:a="http://schemas.openxmlformats.org/drawingml/2006/main">
              <a:ext uri="{FF2B5EF4-FFF2-40B4-BE49-F238E27FC236}">
                <a16:creationId xmlns:a16="http://schemas.microsoft.com/office/drawing/2014/main" id="{CC3977BB-B5B6-4A3D-883F-614FA9521284}"/>
              </a:ext>
            </a:extLst>
          </p:cNvPr>
          <p:cNvSpPr>
            <a:spLocks xmlns:a="http://schemas.openxmlformats.org/drawingml/2006/main" noGrp="1"/>
          </p:cNvSpPr>
          <p:nvPr/>
        </p:nvSpPr>
        <p:spPr>
          <a:xfrm xmlns:a="http://schemas.openxmlformats.org/drawingml/2006/main">
            <a:off x="647700" y="285750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63D9AF"/>
                </a:solidFill>
                <a:latin typeface="Malgun Gothic"/>
                <a:ea typeface="Malgun Gothic"/>
                <a:cs typeface="Malgun Gothic"/>
              </a:defRPr>
            </a:defPPr>
            <a:lvl1pPr>
              <a:defRPr sz="2700" b="1">
                <a:solidFill>
                  <a:srgbClr val="63D9AF"/>
                </a:solidFill>
                <a:latin typeface="Malgun Gothic"/>
                <a:ea typeface="Malgun Gothic"/>
                <a:cs typeface="Malgun Gothic"/>
              </a:defRPr>
            </a:lvl1pPr>
            <a:lvl2pPr>
              <a:defRPr sz="2700" b="1">
                <a:solidFill>
                  <a:srgbClr val="63D9AF"/>
                </a:solidFill>
                <a:latin typeface="Malgun Gothic"/>
                <a:ea typeface="Malgun Gothic"/>
                <a:cs typeface="Malgun Gothic"/>
              </a:defRPr>
            </a:lvl2pPr>
            <a:lvl3pPr>
              <a:defRPr sz="2700" b="1">
                <a:solidFill>
                  <a:srgbClr val="63D9AF"/>
                </a:solidFill>
                <a:latin typeface="Malgun Gothic"/>
                <a:ea typeface="Malgun Gothic"/>
                <a:cs typeface="Malgun Gothic"/>
              </a:defRPr>
            </a:lvl3pPr>
            <a:lvl4pPr>
              <a:defRPr sz="2700" b="1">
                <a:solidFill>
                  <a:srgbClr val="63D9AF"/>
                </a:solidFill>
                <a:latin typeface="Malgun Gothic"/>
                <a:ea typeface="Malgun Gothic"/>
                <a:cs typeface="Malgun Gothic"/>
              </a:defRPr>
            </a:lvl4pPr>
            <a:lvl5pPr>
              <a:defRPr sz="2700" b="1">
                <a:solidFill>
                  <a:srgbClr val="63D9AF"/>
                </a:solidFill>
                <a:latin typeface="Malgun Gothic"/>
                <a:ea typeface="Malgun Gothic"/>
                <a:cs typeface="Malgun Gothic"/>
              </a:defRPr>
            </a:lvl5pPr>
            <a:lvl6pPr>
              <a:defRPr sz="2700" b="1">
                <a:solidFill>
                  <a:srgbClr val="63D9AF"/>
                </a:solidFill>
                <a:latin typeface="Malgun Gothic"/>
                <a:ea typeface="Malgun Gothic"/>
                <a:cs typeface="Malgun Gothic"/>
              </a:defRPr>
            </a:lvl6pPr>
            <a:lvl7pPr>
              <a:defRPr sz="2700" b="1">
                <a:solidFill>
                  <a:srgbClr val="63D9AF"/>
                </a:solidFill>
                <a:latin typeface="Malgun Gothic"/>
                <a:ea typeface="Malgun Gothic"/>
                <a:cs typeface="Malgun Gothic"/>
              </a:defRPr>
            </a:lvl7pPr>
            <a:lvl8pPr>
              <a:defRPr sz="2700" b="1">
                <a:solidFill>
                  <a:srgbClr val="63D9AF"/>
                </a:solidFill>
                <a:latin typeface="Malgun Gothic"/>
                <a:ea typeface="Malgun Gothic"/>
                <a:cs typeface="Malgun Gothic"/>
              </a:defRPr>
            </a:lvl8pPr>
            <a:lvl9pPr>
              <a:defRPr sz="2700" b="1">
                <a:solidFill>
                  <a:srgbClr val="63D9AF"/>
                </a:solidFill>
                <a:latin typeface="Malgun Gothic"/>
                <a:ea typeface="Malgun Gothic"/>
                <a:cs typeface="Malgun Gothic"/>
              </a:defRPr>
            </a:lvl9pPr>
          </a:lstStyle>
          <a:p xmlns:a="http://schemas.openxmlformats.org/drawingml/2006/main">
            <a:pPr>
              <a:defRPr sz="2700" b="1">
                <a:solidFill>
                  <a:srgbClr val="63D9AF"/>
                </a:solidFill>
                <a:latin typeface="Malgun Gothic"/>
                <a:ea typeface="Malgun Gothic"/>
                <a:cs typeface="Malgun Gothic"/>
              </a:defRPr>
            </a:pPr>
            <a:r>
              <a:rPr sz="2700" b="1">
                <a:solidFill>
                  <a:srgbClr val="63D9AF"/>
                </a:solidFill>
                <a:latin typeface="Malgun Gothic"/>
                <a:ea typeface="Malgun Gothic"/>
                <a:cs typeface="Malgun Gothic"/>
              </a:rPr>
              <a:t>산업용 모바일 PLC 모니터링</a:t>
            </a:r>
          </a:p>
        </p:txBody>
      </p:sp>
      <p:sp>
        <p:nvSpPr>
          <p:cNvPr id="4" name="">
            <a:extLst xmlns:a="http://schemas.openxmlformats.org/drawingml/2006/main">
              <a:ext uri="{FF2B5EF4-FFF2-40B4-BE49-F238E27FC236}">
                <a16:creationId xmlns:a16="http://schemas.microsoft.com/office/drawing/2014/main" id="{481B7FE1-474D-439A-80AA-DFD11ADAA42C}"/>
              </a:ext>
            </a:extLst>
          </p:cNvPr>
          <p:cNvSpPr>
            <a:spLocks xmlns:a="http://schemas.openxmlformats.org/drawingml/2006/main" noGrp="1"/>
          </p:cNvSpPr>
          <p:nvPr/>
        </p:nvSpPr>
        <p:spPr>
          <a:xfrm xmlns:a="http://schemas.openxmlformats.org/drawingml/2006/main">
            <a:off x="647700" y="3857625"/>
            <a:ext cx="723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D8E7EC"/>
                </a:solidFill>
                <a:latin typeface="Malgun Gothic"/>
                <a:ea typeface="Malgun Gothic"/>
                <a:cs typeface="Malgun Gothic"/>
              </a:defRPr>
            </a:defPPr>
            <a:lvl1pPr>
              <a:defRPr sz="2175" b="0">
                <a:solidFill>
                  <a:srgbClr val="D8E7EC"/>
                </a:solidFill>
                <a:latin typeface="Malgun Gothic"/>
                <a:ea typeface="Malgun Gothic"/>
                <a:cs typeface="Malgun Gothic"/>
              </a:defRPr>
            </a:lvl1pPr>
            <a:lvl2pPr>
              <a:defRPr sz="2175" b="0">
                <a:solidFill>
                  <a:srgbClr val="D8E7EC"/>
                </a:solidFill>
                <a:latin typeface="Malgun Gothic"/>
                <a:ea typeface="Malgun Gothic"/>
                <a:cs typeface="Malgun Gothic"/>
              </a:defRPr>
            </a:lvl2pPr>
            <a:lvl3pPr>
              <a:defRPr sz="2175" b="0">
                <a:solidFill>
                  <a:srgbClr val="D8E7EC"/>
                </a:solidFill>
                <a:latin typeface="Malgun Gothic"/>
                <a:ea typeface="Malgun Gothic"/>
                <a:cs typeface="Malgun Gothic"/>
              </a:defRPr>
            </a:lvl3pPr>
            <a:lvl4pPr>
              <a:defRPr sz="2175" b="0">
                <a:solidFill>
                  <a:srgbClr val="D8E7EC"/>
                </a:solidFill>
                <a:latin typeface="Malgun Gothic"/>
                <a:ea typeface="Malgun Gothic"/>
                <a:cs typeface="Malgun Gothic"/>
              </a:defRPr>
            </a:lvl4pPr>
            <a:lvl5pPr>
              <a:defRPr sz="2175" b="0">
                <a:solidFill>
                  <a:srgbClr val="D8E7EC"/>
                </a:solidFill>
                <a:latin typeface="Malgun Gothic"/>
                <a:ea typeface="Malgun Gothic"/>
                <a:cs typeface="Malgun Gothic"/>
              </a:defRPr>
            </a:lvl5pPr>
            <a:lvl6pPr>
              <a:defRPr sz="2175" b="0">
                <a:solidFill>
                  <a:srgbClr val="D8E7EC"/>
                </a:solidFill>
                <a:latin typeface="Malgun Gothic"/>
                <a:ea typeface="Malgun Gothic"/>
                <a:cs typeface="Malgun Gothic"/>
              </a:defRPr>
            </a:lvl6pPr>
            <a:lvl7pPr>
              <a:defRPr sz="2175" b="0">
                <a:solidFill>
                  <a:srgbClr val="D8E7EC"/>
                </a:solidFill>
                <a:latin typeface="Malgun Gothic"/>
                <a:ea typeface="Malgun Gothic"/>
                <a:cs typeface="Malgun Gothic"/>
              </a:defRPr>
            </a:lvl7pPr>
            <a:lvl8pPr>
              <a:defRPr sz="2175" b="0">
                <a:solidFill>
                  <a:srgbClr val="D8E7EC"/>
                </a:solidFill>
                <a:latin typeface="Malgun Gothic"/>
                <a:ea typeface="Malgun Gothic"/>
                <a:cs typeface="Malgun Gothic"/>
              </a:defRPr>
            </a:lvl8pPr>
            <a:lvl9pPr>
              <a:defRPr sz="2175" b="0">
                <a:solidFill>
                  <a:srgbClr val="D8E7EC"/>
                </a:solidFill>
                <a:latin typeface="Malgun Gothic"/>
                <a:ea typeface="Malgun Gothic"/>
                <a:cs typeface="Malgun Gothic"/>
              </a:defRPr>
            </a:lvl9pPr>
          </a:lstStyle>
          <a:p xmlns:a="http://schemas.openxmlformats.org/drawingml/2006/main">
            <a:pPr>
              <a:defRPr sz="2175" b="0">
                <a:solidFill>
                  <a:srgbClr val="D8E7EC"/>
                </a:solidFill>
                <a:latin typeface="Malgun Gothic"/>
                <a:ea typeface="Malgun Gothic"/>
                <a:cs typeface="Malgun Gothic"/>
              </a:defRPr>
            </a:pPr>
            <a:r>
              <a:rPr sz="2175" b="0">
                <a:solidFill>
                  <a:srgbClr val="D8E7EC"/>
                </a:solidFill>
                <a:latin typeface="Malgun Gothic"/>
                <a:ea typeface="Malgun Gothic"/>
                <a:cs typeface="Malgun Gothic"/>
              </a:rPr>
              <a:t>현장에서 태그 값을 확인하고</a:t>
            </a:r>
          </a:p>
          <a:p xmlns:a="http://schemas.openxmlformats.org/drawingml/2006/main">
            <a:pPr>
              <a:defRPr sz="2175" b="0">
                <a:solidFill>
                  <a:srgbClr val="D8E7EC"/>
                </a:solidFill>
                <a:latin typeface="Malgun Gothic"/>
                <a:ea typeface="Malgun Gothic"/>
                <a:cs typeface="Malgun Gothic"/>
              </a:defRPr>
            </a:pPr>
            <a:r>
              <a:rPr sz="2175" b="0">
                <a:solidFill>
                  <a:srgbClr val="D8E7EC"/>
                </a:solidFill>
                <a:latin typeface="Malgun Gothic"/>
                <a:ea typeface="Malgun Gothic"/>
                <a:cs typeface="Malgun Gothic"/>
              </a:rPr>
              <a:t>프로젝트를 CSV로 관리합니다</a:t>
            </a:r>
          </a:p>
        </p:txBody>
      </p:sp>
      <p:sp>
        <p:nvSpPr>
          <p:cNvPr id="5" name="">
            <a:extLst xmlns:a="http://schemas.openxmlformats.org/drawingml/2006/main">
              <a:ext uri="{FF2B5EF4-FFF2-40B4-BE49-F238E27FC236}">
                <a16:creationId xmlns:a16="http://schemas.microsoft.com/office/drawing/2014/main" id="{326241B1-3A73-458C-B3BB-C6AB0BBB5300}"/>
              </a:ext>
            </a:extLst>
          </p:cNvPr>
          <p:cNvSpPr>
            <a:spLocks xmlns:a="http://schemas.openxmlformats.org/drawingml/2006/main" noGrp="1"/>
          </p:cNvSpPr>
          <p:nvPr/>
        </p:nvSpPr>
        <p:spPr>
          <a:xfrm xmlns:a="http://schemas.openxmlformats.org/drawingml/2006/main">
            <a:off x="647700" y="5972175"/>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ADC1CE"/>
                </a:solidFill>
                <a:latin typeface="Malgun Gothic"/>
                <a:ea typeface="Malgun Gothic"/>
                <a:cs typeface="Malgun Gothic"/>
              </a:defRPr>
            </a:defPPr>
            <a:lvl1pPr>
              <a:defRPr sz="1500" b="0">
                <a:solidFill>
                  <a:srgbClr val="ADC1CE"/>
                </a:solidFill>
                <a:latin typeface="Malgun Gothic"/>
                <a:ea typeface="Malgun Gothic"/>
                <a:cs typeface="Malgun Gothic"/>
              </a:defRPr>
            </a:lvl1pPr>
            <a:lvl2pPr>
              <a:defRPr sz="1500" b="0">
                <a:solidFill>
                  <a:srgbClr val="ADC1CE"/>
                </a:solidFill>
                <a:latin typeface="Malgun Gothic"/>
                <a:ea typeface="Malgun Gothic"/>
                <a:cs typeface="Malgun Gothic"/>
              </a:defRPr>
            </a:lvl2pPr>
            <a:lvl3pPr>
              <a:defRPr sz="1500" b="0">
                <a:solidFill>
                  <a:srgbClr val="ADC1CE"/>
                </a:solidFill>
                <a:latin typeface="Malgun Gothic"/>
                <a:ea typeface="Malgun Gothic"/>
                <a:cs typeface="Malgun Gothic"/>
              </a:defRPr>
            </a:lvl3pPr>
            <a:lvl4pPr>
              <a:defRPr sz="1500" b="0">
                <a:solidFill>
                  <a:srgbClr val="ADC1CE"/>
                </a:solidFill>
                <a:latin typeface="Malgun Gothic"/>
                <a:ea typeface="Malgun Gothic"/>
                <a:cs typeface="Malgun Gothic"/>
              </a:defRPr>
            </a:lvl4pPr>
            <a:lvl5pPr>
              <a:defRPr sz="1500" b="0">
                <a:solidFill>
                  <a:srgbClr val="ADC1CE"/>
                </a:solidFill>
                <a:latin typeface="Malgun Gothic"/>
                <a:ea typeface="Malgun Gothic"/>
                <a:cs typeface="Malgun Gothic"/>
              </a:defRPr>
            </a:lvl5pPr>
            <a:lvl6pPr>
              <a:defRPr sz="1500" b="0">
                <a:solidFill>
                  <a:srgbClr val="ADC1CE"/>
                </a:solidFill>
                <a:latin typeface="Malgun Gothic"/>
                <a:ea typeface="Malgun Gothic"/>
                <a:cs typeface="Malgun Gothic"/>
              </a:defRPr>
            </a:lvl6pPr>
            <a:lvl7pPr>
              <a:defRPr sz="1500" b="0">
                <a:solidFill>
                  <a:srgbClr val="ADC1CE"/>
                </a:solidFill>
                <a:latin typeface="Malgun Gothic"/>
                <a:ea typeface="Malgun Gothic"/>
                <a:cs typeface="Malgun Gothic"/>
              </a:defRPr>
            </a:lvl7pPr>
            <a:lvl8pPr>
              <a:defRPr sz="1500" b="0">
                <a:solidFill>
                  <a:srgbClr val="ADC1CE"/>
                </a:solidFill>
                <a:latin typeface="Malgun Gothic"/>
                <a:ea typeface="Malgun Gothic"/>
                <a:cs typeface="Malgun Gothic"/>
              </a:defRPr>
            </a:lvl8pPr>
            <a:lvl9pPr>
              <a:defRPr sz="1500" b="0">
                <a:solidFill>
                  <a:srgbClr val="ADC1CE"/>
                </a:solidFill>
                <a:latin typeface="Malgun Gothic"/>
                <a:ea typeface="Malgun Gothic"/>
                <a:cs typeface="Malgun Gothic"/>
              </a:defRPr>
            </a:lvl9pPr>
          </a:lstStyle>
          <a:p xmlns:a="http://schemas.openxmlformats.org/drawingml/2006/main">
            <a:pPr>
              <a:defRPr sz="1500" b="0">
                <a:solidFill>
                  <a:srgbClr val="ADC1CE"/>
                </a:solidFill>
                <a:latin typeface="Malgun Gothic"/>
                <a:ea typeface="Malgun Gothic"/>
                <a:cs typeface="Malgun Gothic"/>
              </a:defRPr>
            </a:pPr>
            <a:r>
              <a:rPr sz="1500" b="0">
                <a:solidFill>
                  <a:srgbClr val="ADC1CE"/>
                </a:solidFill>
                <a:latin typeface="Malgun Gothic"/>
                <a:ea typeface="Malgun Gothic"/>
                <a:cs typeface="Malgun Gothic"/>
              </a:rPr>
              <a:t>JAYON STUDIO  /  Release 1.5.1</a:t>
            </a:r>
          </a:p>
        </p:txBody>
      </p:sp>
      <p:pic>
        <p:nvPicPr>
          <p:cNvPr id="6" name="">
            <a:extLst xmlns:a="http://schemas.openxmlformats.org/drawingml/2006/main">
              <a:ext uri="{FF2B5EF4-FFF2-40B4-BE49-F238E27FC236}">
                <a16:creationId xmlns:a16="http://schemas.microsoft.com/office/drawing/2014/main" id="{5AB76A9E-4E2D-4302-A85C-643851759F9C}"/>
              </a:ext>
            </a:extLst>
          </p:cNvPr>
          <p:cNvPicPr>
            <a:picLocks xmlns:a="http://schemas.openxmlformats.org/drawingml/2006/main" noChangeAspect="1"/>
          </p:cNvPicPr>
          <p:nvPr/>
        </p:nvPicPr>
        <p:blipFill>
          <a:blip xmlns:r="http://schemas.openxmlformats.org/officeDocument/2006/relationships" xmlns:a="http://schemas.openxmlformats.org/drawingml/2006/main" r:embed="Re26c3b02d5c24779"/>
          <a:stretch xmlns:a="http://schemas.openxmlformats.org/drawingml/2006/main"/>
        </p:blipFill>
        <p:spPr>
          <a:xfrm xmlns:a="http://schemas.openxmlformats.org/drawingml/2006/main">
            <a:off x="8572500" y="1809750"/>
            <a:ext cx="2809875" cy="2809875"/>
          </a:xfrm>
          <a:prstGeom xmlns:a="http://schemas.openxmlformats.org/drawingml/2006/main" prst="rect">
            <a:avLst/>
          </a:prstGeom>
        </p:spPr>
      </p:pic>
    </p:spTree>
    <p:extLst>
      <p:ext uri="{BB962C8B-B14F-4D97-AF65-F5344CB8AC3E}">
        <p14:creationId xmlns:p14="http://schemas.microsoft.com/office/powerpoint/2010/main" val="11924327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BE749D1-3E95-488E-830A-D695284C81CC}"/>
              </a:ext>
            </a:extLst>
          </p:cNvPr>
          <p:cNvSpPr>
            <a:spLocks xmlns:a="http://schemas.openxmlformats.org/drawingml/2006/main" noGrp="1"/>
          </p:cNvSpPr>
          <p:nvPr/>
        </p:nvSpPr>
        <p:spPr>
          <a:xfrm xmlns:a="http://schemas.openxmlformats.org/drawingml/2006/main">
            <a:off x="1133475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02</a:t>
            </a:r>
          </a:p>
        </p:txBody>
      </p:sp>
      <p:sp>
        <p:nvSpPr>
          <p:cNvPr id="2" name="">
            <a:extLst xmlns:a="http://schemas.openxmlformats.org/drawingml/2006/main">
              <a:ext uri="{FF2B5EF4-FFF2-40B4-BE49-F238E27FC236}">
                <a16:creationId xmlns:a16="http://schemas.microsoft.com/office/drawing/2014/main" id="{A23BFDF3-0A7A-46C8-8E99-ABBB38CA78CB}"/>
              </a:ext>
            </a:extLst>
          </p:cNvPr>
          <p:cNvSpPr>
            <a:spLocks xmlns:a="http://schemas.openxmlformats.org/drawingml/2006/main" noGrp="1"/>
          </p:cNvSpPr>
          <p:nvPr/>
        </p:nvSpPr>
        <p:spPr>
          <a:xfrm xmlns:a="http://schemas.openxmlformats.org/drawingml/2006/main">
            <a:off x="609600" y="4572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02640"/>
                </a:solidFill>
                <a:latin typeface="Malgun Gothic"/>
                <a:ea typeface="Malgun Gothic"/>
                <a:cs typeface="Malgun Gothic"/>
              </a:defRPr>
            </a:defPPr>
            <a:lvl1pPr>
              <a:defRPr sz="3150" b="1">
                <a:solidFill>
                  <a:srgbClr val="102640"/>
                </a:solidFill>
                <a:latin typeface="Malgun Gothic"/>
                <a:ea typeface="Malgun Gothic"/>
                <a:cs typeface="Malgun Gothic"/>
              </a:defRPr>
            </a:lvl1pPr>
            <a:lvl2pPr>
              <a:defRPr sz="3150" b="1">
                <a:solidFill>
                  <a:srgbClr val="102640"/>
                </a:solidFill>
                <a:latin typeface="Malgun Gothic"/>
                <a:ea typeface="Malgun Gothic"/>
                <a:cs typeface="Malgun Gothic"/>
              </a:defRPr>
            </a:lvl2pPr>
            <a:lvl3pPr>
              <a:defRPr sz="3150" b="1">
                <a:solidFill>
                  <a:srgbClr val="102640"/>
                </a:solidFill>
                <a:latin typeface="Malgun Gothic"/>
                <a:ea typeface="Malgun Gothic"/>
                <a:cs typeface="Malgun Gothic"/>
              </a:defRPr>
            </a:lvl3pPr>
            <a:lvl4pPr>
              <a:defRPr sz="3150" b="1">
                <a:solidFill>
                  <a:srgbClr val="102640"/>
                </a:solidFill>
                <a:latin typeface="Malgun Gothic"/>
                <a:ea typeface="Malgun Gothic"/>
                <a:cs typeface="Malgun Gothic"/>
              </a:defRPr>
            </a:lvl4pPr>
            <a:lvl5pPr>
              <a:defRPr sz="3150" b="1">
                <a:solidFill>
                  <a:srgbClr val="102640"/>
                </a:solidFill>
                <a:latin typeface="Malgun Gothic"/>
                <a:ea typeface="Malgun Gothic"/>
                <a:cs typeface="Malgun Gothic"/>
              </a:defRPr>
            </a:lvl5pPr>
            <a:lvl6pPr>
              <a:defRPr sz="3150" b="1">
                <a:solidFill>
                  <a:srgbClr val="102640"/>
                </a:solidFill>
                <a:latin typeface="Malgun Gothic"/>
                <a:ea typeface="Malgun Gothic"/>
                <a:cs typeface="Malgun Gothic"/>
              </a:defRPr>
            </a:lvl6pPr>
            <a:lvl7pPr>
              <a:defRPr sz="3150" b="1">
                <a:solidFill>
                  <a:srgbClr val="102640"/>
                </a:solidFill>
                <a:latin typeface="Malgun Gothic"/>
                <a:ea typeface="Malgun Gothic"/>
                <a:cs typeface="Malgun Gothic"/>
              </a:defRPr>
            </a:lvl7pPr>
            <a:lvl8pPr>
              <a:defRPr sz="3150" b="1">
                <a:solidFill>
                  <a:srgbClr val="102640"/>
                </a:solidFill>
                <a:latin typeface="Malgun Gothic"/>
                <a:ea typeface="Malgun Gothic"/>
                <a:cs typeface="Malgun Gothic"/>
              </a:defRPr>
            </a:lvl8pPr>
            <a:lvl9pPr>
              <a:defRPr sz="3150" b="1">
                <a:solidFill>
                  <a:srgbClr val="102640"/>
                </a:solidFill>
                <a:latin typeface="Malgun Gothic"/>
                <a:ea typeface="Malgun Gothic"/>
                <a:cs typeface="Malgun Gothic"/>
              </a:defRPr>
            </a:lvl9pPr>
          </a:lstStyle>
          <a:p xmlns:a="http://schemas.openxmlformats.org/drawingml/2006/main">
            <a:pPr>
              <a:defRPr sz="3150" b="1">
                <a:solidFill>
                  <a:srgbClr val="102640"/>
                </a:solidFill>
                <a:latin typeface="Malgun Gothic"/>
                <a:ea typeface="Malgun Gothic"/>
                <a:cs typeface="Malgun Gothic"/>
              </a:defRPr>
            </a:pPr>
            <a:r>
              <a:rPr sz="3150" b="1">
                <a:solidFill>
                  <a:srgbClr val="102640"/>
                </a:solidFill>
                <a:latin typeface="Malgun Gothic"/>
                <a:ea typeface="Malgun Gothic"/>
                <a:cs typeface="Malgun Gothic"/>
              </a:rPr>
              <a:t>프로젝트 중심의 현장 점검</a:t>
            </a:r>
          </a:p>
        </p:txBody>
      </p:sp>
      <p:sp>
        <p:nvSpPr>
          <p:cNvPr id="3" name="">
            <a:extLst xmlns:a="http://schemas.openxmlformats.org/drawingml/2006/main">
              <a:ext uri="{FF2B5EF4-FFF2-40B4-BE49-F238E27FC236}">
                <a16:creationId xmlns:a16="http://schemas.microsoft.com/office/drawing/2014/main" id="{888D8282-5FDD-4EA5-9D33-03B6998549FB}"/>
              </a:ext>
            </a:extLst>
          </p:cNvPr>
          <p:cNvSpPr>
            <a:spLocks xmlns:a="http://schemas.openxmlformats.org/drawingml/2006/main" noGrp="1"/>
          </p:cNvSpPr>
          <p:nvPr/>
        </p:nvSpPr>
        <p:spPr>
          <a:xfrm xmlns:a="http://schemas.openxmlformats.org/drawingml/2006/main">
            <a:off x="628650" y="1152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0866B"/>
                </a:solidFill>
                <a:latin typeface="Malgun Gothic"/>
                <a:ea typeface="Malgun Gothic"/>
                <a:cs typeface="Malgun Gothic"/>
              </a:defRPr>
            </a:defPPr>
            <a:lvl1pPr>
              <a:defRPr sz="1725" b="0">
                <a:solidFill>
                  <a:srgbClr val="00866B"/>
                </a:solidFill>
                <a:latin typeface="Malgun Gothic"/>
                <a:ea typeface="Malgun Gothic"/>
                <a:cs typeface="Malgun Gothic"/>
              </a:defRPr>
            </a:lvl1pPr>
            <a:lvl2pPr>
              <a:defRPr sz="1725" b="0">
                <a:solidFill>
                  <a:srgbClr val="00866B"/>
                </a:solidFill>
                <a:latin typeface="Malgun Gothic"/>
                <a:ea typeface="Malgun Gothic"/>
                <a:cs typeface="Malgun Gothic"/>
              </a:defRPr>
            </a:lvl2pPr>
            <a:lvl3pPr>
              <a:defRPr sz="1725" b="0">
                <a:solidFill>
                  <a:srgbClr val="00866B"/>
                </a:solidFill>
                <a:latin typeface="Malgun Gothic"/>
                <a:ea typeface="Malgun Gothic"/>
                <a:cs typeface="Malgun Gothic"/>
              </a:defRPr>
            </a:lvl3pPr>
            <a:lvl4pPr>
              <a:defRPr sz="1725" b="0">
                <a:solidFill>
                  <a:srgbClr val="00866B"/>
                </a:solidFill>
                <a:latin typeface="Malgun Gothic"/>
                <a:ea typeface="Malgun Gothic"/>
                <a:cs typeface="Malgun Gothic"/>
              </a:defRPr>
            </a:lvl4pPr>
            <a:lvl5pPr>
              <a:defRPr sz="1725" b="0">
                <a:solidFill>
                  <a:srgbClr val="00866B"/>
                </a:solidFill>
                <a:latin typeface="Malgun Gothic"/>
                <a:ea typeface="Malgun Gothic"/>
                <a:cs typeface="Malgun Gothic"/>
              </a:defRPr>
            </a:lvl5pPr>
            <a:lvl6pPr>
              <a:defRPr sz="1725" b="0">
                <a:solidFill>
                  <a:srgbClr val="00866B"/>
                </a:solidFill>
                <a:latin typeface="Malgun Gothic"/>
                <a:ea typeface="Malgun Gothic"/>
                <a:cs typeface="Malgun Gothic"/>
              </a:defRPr>
            </a:lvl6pPr>
            <a:lvl7pPr>
              <a:defRPr sz="1725" b="0">
                <a:solidFill>
                  <a:srgbClr val="00866B"/>
                </a:solidFill>
                <a:latin typeface="Malgun Gothic"/>
                <a:ea typeface="Malgun Gothic"/>
                <a:cs typeface="Malgun Gothic"/>
              </a:defRPr>
            </a:lvl7pPr>
            <a:lvl8pPr>
              <a:defRPr sz="1725" b="0">
                <a:solidFill>
                  <a:srgbClr val="00866B"/>
                </a:solidFill>
                <a:latin typeface="Malgun Gothic"/>
                <a:ea typeface="Malgun Gothic"/>
                <a:cs typeface="Malgun Gothic"/>
              </a:defRPr>
            </a:lvl8pPr>
            <a:lvl9pPr>
              <a:defRPr sz="1725" b="0">
                <a:solidFill>
                  <a:srgbClr val="00866B"/>
                </a:solidFill>
                <a:latin typeface="Malgun Gothic"/>
                <a:ea typeface="Malgun Gothic"/>
                <a:cs typeface="Malgun Gothic"/>
              </a:defRPr>
            </a:lvl9pPr>
          </a:lstStyle>
          <a:p xmlns:a="http://schemas.openxmlformats.org/drawingml/2006/main">
            <a:pPr>
              <a:defRPr sz="1725" b="0">
                <a:solidFill>
                  <a:srgbClr val="00866B"/>
                </a:solidFill>
                <a:latin typeface="Malgun Gothic"/>
                <a:ea typeface="Malgun Gothic"/>
                <a:cs typeface="Malgun Gothic"/>
              </a:defRPr>
            </a:pPr>
            <a:r>
              <a:rPr sz="1725" b="0">
                <a:solidFill>
                  <a:srgbClr val="00866B"/>
                </a:solidFill>
                <a:latin typeface="Malgun Gothic"/>
                <a:ea typeface="Malgun Gothic"/>
                <a:cs typeface="Malgun Gothic"/>
              </a:rPr>
              <a:t>설비별 설정을 보관하고 필요한 프로젝트를 선택합니다</a:t>
            </a:r>
          </a:p>
        </p:txBody>
      </p:sp>
      <p:sp>
        <p:nvSpPr>
          <p:cNvPr id="4" name="">
            <a:extLst xmlns:a="http://schemas.openxmlformats.org/drawingml/2006/main">
              <a:ext uri="{FF2B5EF4-FFF2-40B4-BE49-F238E27FC236}">
                <a16:creationId xmlns:a16="http://schemas.microsoft.com/office/drawing/2014/main" id="{0CD54DF4-4C43-4672-8201-906AE9D129F9}"/>
              </a:ext>
            </a:extLst>
          </p:cNvPr>
          <p:cNvSpPr>
            <a:spLocks xmlns:a="http://schemas.openxmlformats.org/drawingml/2006/main" noGrp="1"/>
          </p:cNvSpPr>
          <p:nvPr/>
        </p:nvSpPr>
        <p:spPr>
          <a:xfrm xmlns:a="http://schemas.openxmlformats.org/drawingml/2006/main">
            <a:off x="628650" y="20478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설비별 프로젝트</a:t>
            </a:r>
          </a:p>
        </p:txBody>
      </p:sp>
      <p:sp>
        <p:nvSpPr>
          <p:cNvPr id="5" name="">
            <a:extLst xmlns:a="http://schemas.openxmlformats.org/drawingml/2006/main">
              <a:ext uri="{FF2B5EF4-FFF2-40B4-BE49-F238E27FC236}">
                <a16:creationId xmlns:a16="http://schemas.microsoft.com/office/drawing/2014/main" id="{08F91801-52D8-4F95-B4CE-632BD1261CC6}"/>
              </a:ext>
            </a:extLst>
          </p:cNvPr>
          <p:cNvSpPr>
            <a:spLocks xmlns:a="http://schemas.openxmlformats.org/drawingml/2006/main" noGrp="1"/>
          </p:cNvSpPr>
          <p:nvPr/>
        </p:nvSpPr>
        <p:spPr>
          <a:xfrm xmlns:a="http://schemas.openxmlformats.org/drawingml/2006/main">
            <a:off x="628650" y="25146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프로젝트 이름과 설명, 디바이스·태그 수를</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홈 화면에서 확인합니다.</a:t>
            </a:r>
          </a:p>
        </p:txBody>
      </p:sp>
      <p:sp>
        <p:nvSpPr>
          <p:cNvPr id="6" name="">
            <a:extLst xmlns:a="http://schemas.openxmlformats.org/drawingml/2006/main">
              <a:ext uri="{FF2B5EF4-FFF2-40B4-BE49-F238E27FC236}">
                <a16:creationId xmlns:a16="http://schemas.microsoft.com/office/drawing/2014/main" id="{D6526F6F-6611-400D-A458-E52E8A7CEB07}"/>
              </a:ext>
            </a:extLst>
          </p:cNvPr>
          <p:cNvSpPr>
            <a:spLocks xmlns:a="http://schemas.openxmlformats.org/drawingml/2006/main" noGrp="1"/>
          </p:cNvSpPr>
          <p:nvPr/>
        </p:nvSpPr>
        <p:spPr>
          <a:xfrm xmlns:a="http://schemas.openxmlformats.org/drawingml/2006/main">
            <a:off x="628650" y="38576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한 프로젝트 안의 여러 PLC</a:t>
            </a:r>
          </a:p>
        </p:txBody>
      </p:sp>
      <p:sp>
        <p:nvSpPr>
          <p:cNvPr id="7" name="">
            <a:extLst xmlns:a="http://schemas.openxmlformats.org/drawingml/2006/main">
              <a:ext uri="{FF2B5EF4-FFF2-40B4-BE49-F238E27FC236}">
                <a16:creationId xmlns:a16="http://schemas.microsoft.com/office/drawing/2014/main" id="{FA5A568D-538D-431E-A9AB-80B269A67205}"/>
              </a:ext>
            </a:extLst>
          </p:cNvPr>
          <p:cNvSpPr>
            <a:spLocks xmlns:a="http://schemas.openxmlformats.org/drawingml/2006/main" noGrp="1"/>
          </p:cNvSpPr>
          <p:nvPr/>
        </p:nvSpPr>
        <p:spPr>
          <a:xfrm xmlns:a="http://schemas.openxmlformats.org/drawingml/2006/main">
            <a:off x="628650" y="432435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디바이스와 태그를 등록하고</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모니터링 화면에서 값을 확인합니다.</a:t>
            </a:r>
          </a:p>
        </p:txBody>
      </p:sp>
      <p:pic>
        <p:nvPicPr>
          <p:cNvPr id="8" name="">
            <a:extLst xmlns:a="http://schemas.openxmlformats.org/drawingml/2006/main">
              <a:ext uri="{FF2B5EF4-FFF2-40B4-BE49-F238E27FC236}">
                <a16:creationId xmlns:a16="http://schemas.microsoft.com/office/drawing/2014/main" id="{A0DFA7D6-1B68-43F8-AEDE-A1AAA5525D82}"/>
              </a:ext>
            </a:extLst>
          </p:cNvPr>
          <p:cNvPicPr>
            <a:picLocks xmlns:a="http://schemas.openxmlformats.org/drawingml/2006/main" noChangeAspect="1"/>
          </p:cNvPicPr>
          <p:nvPr/>
        </p:nvPicPr>
        <p:blipFill>
          <a:blip xmlns:r="http://schemas.openxmlformats.org/officeDocument/2006/relationships" xmlns:a="http://schemas.openxmlformats.org/drawingml/2006/main" r:embed="R1ee2b2b0e6b34b2b"/>
          <a:stretch xmlns:a="http://schemas.openxmlformats.org/drawingml/2006/main"/>
        </p:blipFill>
        <p:spPr>
          <a:xfrm xmlns:a="http://schemas.openxmlformats.org/drawingml/2006/main">
            <a:off x="8574286" y="1714500"/>
            <a:ext cx="2453878" cy="4362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63B8AC8-047C-48B3-AD81-1B18ED300056}"/>
              </a:ext>
            </a:extLst>
          </p:cNvPr>
          <p:cNvSpPr>
            <a:spLocks xmlns:a="http://schemas.openxmlformats.org/drawingml/2006/main" noGrp="1"/>
          </p:cNvSpPr>
          <p:nvPr/>
        </p:nvSpPr>
        <p:spPr>
          <a:xfrm xmlns:a="http://schemas.openxmlformats.org/drawingml/2006/main">
            <a:off x="8239125" y="60960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현재 앱의 예제 프로젝트</a:t>
            </a:r>
          </a:p>
        </p:txBody>
      </p:sp>
    </p:spTree>
    <p:extLst>
      <p:ext uri="{BB962C8B-B14F-4D97-AF65-F5344CB8AC3E}">
        <p14:creationId xmlns:p14="http://schemas.microsoft.com/office/powerpoint/2010/main" val="100418112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ECDBE35-0312-4BFB-951D-07422A93A3B4}"/>
              </a:ext>
            </a:extLst>
          </p:cNvPr>
          <p:cNvSpPr>
            <a:spLocks xmlns:a="http://schemas.openxmlformats.org/drawingml/2006/main" noGrp="1"/>
          </p:cNvSpPr>
          <p:nvPr/>
        </p:nvSpPr>
        <p:spPr>
          <a:xfrm xmlns:a="http://schemas.openxmlformats.org/drawingml/2006/main">
            <a:off x="1133475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03</a:t>
            </a:r>
          </a:p>
        </p:txBody>
      </p:sp>
      <p:sp>
        <p:nvSpPr>
          <p:cNvPr id="2" name="">
            <a:extLst xmlns:a="http://schemas.openxmlformats.org/drawingml/2006/main">
              <a:ext uri="{FF2B5EF4-FFF2-40B4-BE49-F238E27FC236}">
                <a16:creationId xmlns:a16="http://schemas.microsoft.com/office/drawing/2014/main" id="{59FD87B7-0420-456D-9673-1533E6E648ED}"/>
              </a:ext>
            </a:extLst>
          </p:cNvPr>
          <p:cNvSpPr>
            <a:spLocks xmlns:a="http://schemas.openxmlformats.org/drawingml/2006/main" noGrp="1"/>
          </p:cNvSpPr>
          <p:nvPr/>
        </p:nvSpPr>
        <p:spPr>
          <a:xfrm xmlns:a="http://schemas.openxmlformats.org/drawingml/2006/main">
            <a:off x="609600" y="4572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02640"/>
                </a:solidFill>
                <a:latin typeface="Malgun Gothic"/>
                <a:ea typeface="Malgun Gothic"/>
                <a:cs typeface="Malgun Gothic"/>
              </a:defRPr>
            </a:defPPr>
            <a:lvl1pPr>
              <a:defRPr sz="3150" b="1">
                <a:solidFill>
                  <a:srgbClr val="102640"/>
                </a:solidFill>
                <a:latin typeface="Malgun Gothic"/>
                <a:ea typeface="Malgun Gothic"/>
                <a:cs typeface="Malgun Gothic"/>
              </a:defRPr>
            </a:lvl1pPr>
            <a:lvl2pPr>
              <a:defRPr sz="3150" b="1">
                <a:solidFill>
                  <a:srgbClr val="102640"/>
                </a:solidFill>
                <a:latin typeface="Malgun Gothic"/>
                <a:ea typeface="Malgun Gothic"/>
                <a:cs typeface="Malgun Gothic"/>
              </a:defRPr>
            </a:lvl2pPr>
            <a:lvl3pPr>
              <a:defRPr sz="3150" b="1">
                <a:solidFill>
                  <a:srgbClr val="102640"/>
                </a:solidFill>
                <a:latin typeface="Malgun Gothic"/>
                <a:ea typeface="Malgun Gothic"/>
                <a:cs typeface="Malgun Gothic"/>
              </a:defRPr>
            </a:lvl3pPr>
            <a:lvl4pPr>
              <a:defRPr sz="3150" b="1">
                <a:solidFill>
                  <a:srgbClr val="102640"/>
                </a:solidFill>
                <a:latin typeface="Malgun Gothic"/>
                <a:ea typeface="Malgun Gothic"/>
                <a:cs typeface="Malgun Gothic"/>
              </a:defRPr>
            </a:lvl4pPr>
            <a:lvl5pPr>
              <a:defRPr sz="3150" b="1">
                <a:solidFill>
                  <a:srgbClr val="102640"/>
                </a:solidFill>
                <a:latin typeface="Malgun Gothic"/>
                <a:ea typeface="Malgun Gothic"/>
                <a:cs typeface="Malgun Gothic"/>
              </a:defRPr>
            </a:lvl5pPr>
            <a:lvl6pPr>
              <a:defRPr sz="3150" b="1">
                <a:solidFill>
                  <a:srgbClr val="102640"/>
                </a:solidFill>
                <a:latin typeface="Malgun Gothic"/>
                <a:ea typeface="Malgun Gothic"/>
                <a:cs typeface="Malgun Gothic"/>
              </a:defRPr>
            </a:lvl6pPr>
            <a:lvl7pPr>
              <a:defRPr sz="3150" b="1">
                <a:solidFill>
                  <a:srgbClr val="102640"/>
                </a:solidFill>
                <a:latin typeface="Malgun Gothic"/>
                <a:ea typeface="Malgun Gothic"/>
                <a:cs typeface="Malgun Gothic"/>
              </a:defRPr>
            </a:lvl7pPr>
            <a:lvl8pPr>
              <a:defRPr sz="3150" b="1">
                <a:solidFill>
                  <a:srgbClr val="102640"/>
                </a:solidFill>
                <a:latin typeface="Malgun Gothic"/>
                <a:ea typeface="Malgun Gothic"/>
                <a:cs typeface="Malgun Gothic"/>
              </a:defRPr>
            </a:lvl8pPr>
            <a:lvl9pPr>
              <a:defRPr sz="3150" b="1">
                <a:solidFill>
                  <a:srgbClr val="102640"/>
                </a:solidFill>
                <a:latin typeface="Malgun Gothic"/>
                <a:ea typeface="Malgun Gothic"/>
                <a:cs typeface="Malgun Gothic"/>
              </a:defRPr>
            </a:lvl9pPr>
          </a:lstStyle>
          <a:p xmlns:a="http://schemas.openxmlformats.org/drawingml/2006/main">
            <a:pPr>
              <a:defRPr sz="3150" b="1">
                <a:solidFill>
                  <a:srgbClr val="102640"/>
                </a:solidFill>
                <a:latin typeface="Malgun Gothic"/>
                <a:ea typeface="Malgun Gothic"/>
                <a:cs typeface="Malgun Gothic"/>
              </a:defRPr>
            </a:pPr>
            <a:r>
              <a:rPr sz="3150" b="1">
                <a:solidFill>
                  <a:srgbClr val="102640"/>
                </a:solidFill>
                <a:latin typeface="Malgun Gothic"/>
                <a:ea typeface="Malgun Gothic"/>
                <a:cs typeface="Malgun Gothic"/>
              </a:rPr>
              <a:t>디바이스 통신 설정</a:t>
            </a:r>
          </a:p>
        </p:txBody>
      </p:sp>
      <p:sp>
        <p:nvSpPr>
          <p:cNvPr id="3" name="">
            <a:extLst xmlns:a="http://schemas.openxmlformats.org/drawingml/2006/main">
              <a:ext uri="{FF2B5EF4-FFF2-40B4-BE49-F238E27FC236}">
                <a16:creationId xmlns:a16="http://schemas.microsoft.com/office/drawing/2014/main" id="{A59424AF-112B-420C-9C1D-BDDFC54D7646}"/>
              </a:ext>
            </a:extLst>
          </p:cNvPr>
          <p:cNvSpPr>
            <a:spLocks xmlns:a="http://schemas.openxmlformats.org/drawingml/2006/main" noGrp="1"/>
          </p:cNvSpPr>
          <p:nvPr/>
        </p:nvSpPr>
        <p:spPr>
          <a:xfrm xmlns:a="http://schemas.openxmlformats.org/drawingml/2006/main">
            <a:off x="628650" y="1152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0866B"/>
                </a:solidFill>
                <a:latin typeface="Malgun Gothic"/>
                <a:ea typeface="Malgun Gothic"/>
                <a:cs typeface="Malgun Gothic"/>
              </a:defRPr>
            </a:defPPr>
            <a:lvl1pPr>
              <a:defRPr sz="1725" b="0">
                <a:solidFill>
                  <a:srgbClr val="00866B"/>
                </a:solidFill>
                <a:latin typeface="Malgun Gothic"/>
                <a:ea typeface="Malgun Gothic"/>
                <a:cs typeface="Malgun Gothic"/>
              </a:defRPr>
            </a:lvl1pPr>
            <a:lvl2pPr>
              <a:defRPr sz="1725" b="0">
                <a:solidFill>
                  <a:srgbClr val="00866B"/>
                </a:solidFill>
                <a:latin typeface="Malgun Gothic"/>
                <a:ea typeface="Malgun Gothic"/>
                <a:cs typeface="Malgun Gothic"/>
              </a:defRPr>
            </a:lvl2pPr>
            <a:lvl3pPr>
              <a:defRPr sz="1725" b="0">
                <a:solidFill>
                  <a:srgbClr val="00866B"/>
                </a:solidFill>
                <a:latin typeface="Malgun Gothic"/>
                <a:ea typeface="Malgun Gothic"/>
                <a:cs typeface="Malgun Gothic"/>
              </a:defRPr>
            </a:lvl3pPr>
            <a:lvl4pPr>
              <a:defRPr sz="1725" b="0">
                <a:solidFill>
                  <a:srgbClr val="00866B"/>
                </a:solidFill>
                <a:latin typeface="Malgun Gothic"/>
                <a:ea typeface="Malgun Gothic"/>
                <a:cs typeface="Malgun Gothic"/>
              </a:defRPr>
            </a:lvl4pPr>
            <a:lvl5pPr>
              <a:defRPr sz="1725" b="0">
                <a:solidFill>
                  <a:srgbClr val="00866B"/>
                </a:solidFill>
                <a:latin typeface="Malgun Gothic"/>
                <a:ea typeface="Malgun Gothic"/>
                <a:cs typeface="Malgun Gothic"/>
              </a:defRPr>
            </a:lvl5pPr>
            <a:lvl6pPr>
              <a:defRPr sz="1725" b="0">
                <a:solidFill>
                  <a:srgbClr val="00866B"/>
                </a:solidFill>
                <a:latin typeface="Malgun Gothic"/>
                <a:ea typeface="Malgun Gothic"/>
                <a:cs typeface="Malgun Gothic"/>
              </a:defRPr>
            </a:lvl6pPr>
            <a:lvl7pPr>
              <a:defRPr sz="1725" b="0">
                <a:solidFill>
                  <a:srgbClr val="00866B"/>
                </a:solidFill>
                <a:latin typeface="Malgun Gothic"/>
                <a:ea typeface="Malgun Gothic"/>
                <a:cs typeface="Malgun Gothic"/>
              </a:defRPr>
            </a:lvl7pPr>
            <a:lvl8pPr>
              <a:defRPr sz="1725" b="0">
                <a:solidFill>
                  <a:srgbClr val="00866B"/>
                </a:solidFill>
                <a:latin typeface="Malgun Gothic"/>
                <a:ea typeface="Malgun Gothic"/>
                <a:cs typeface="Malgun Gothic"/>
              </a:defRPr>
            </a:lvl8pPr>
            <a:lvl9pPr>
              <a:defRPr sz="1725" b="0">
                <a:solidFill>
                  <a:srgbClr val="00866B"/>
                </a:solidFill>
                <a:latin typeface="Malgun Gothic"/>
                <a:ea typeface="Malgun Gothic"/>
                <a:cs typeface="Malgun Gothic"/>
              </a:defRPr>
            </a:lvl9pPr>
          </a:lstStyle>
          <a:p xmlns:a="http://schemas.openxmlformats.org/drawingml/2006/main">
            <a:pPr>
              <a:defRPr sz="1725" b="0">
                <a:solidFill>
                  <a:srgbClr val="00866B"/>
                </a:solidFill>
                <a:latin typeface="Malgun Gothic"/>
                <a:ea typeface="Malgun Gothic"/>
                <a:cs typeface="Malgun Gothic"/>
              </a:defRPr>
            </a:pPr>
            <a:r>
              <a:rPr sz="1725" b="0">
                <a:solidFill>
                  <a:srgbClr val="00866B"/>
                </a:solidFill>
                <a:latin typeface="Malgun Gothic"/>
                <a:ea typeface="Malgun Gothic"/>
                <a:cs typeface="Malgun Gothic"/>
              </a:rPr>
              <a:t>PLC에 맞는 드라이버와 IP·포트를 선택합니다</a:t>
            </a:r>
          </a:p>
        </p:txBody>
      </p:sp>
      <p:sp>
        <p:nvSpPr>
          <p:cNvPr id="4" name="">
            <a:extLst xmlns:a="http://schemas.openxmlformats.org/drawingml/2006/main">
              <a:ext uri="{FF2B5EF4-FFF2-40B4-BE49-F238E27FC236}">
                <a16:creationId xmlns:a16="http://schemas.microsoft.com/office/drawing/2014/main" id="{B6C061BA-0770-4126-BD82-8F09B260C55B}"/>
              </a:ext>
            </a:extLst>
          </p:cNvPr>
          <p:cNvSpPr>
            <a:spLocks xmlns:a="http://schemas.openxmlformats.org/drawingml/2006/main" noGrp="1"/>
          </p:cNvSpPr>
          <p:nvPr/>
        </p:nvSpPr>
        <p:spPr>
          <a:xfrm xmlns:a="http://schemas.openxmlformats.org/drawingml/2006/main">
            <a:off x="628650" y="20193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숫자와 선택 항목으로 설정</a:t>
            </a:r>
          </a:p>
        </p:txBody>
      </p:sp>
      <p:sp>
        <p:nvSpPr>
          <p:cNvPr id="5" name="">
            <a:extLst xmlns:a="http://schemas.openxmlformats.org/drawingml/2006/main">
              <a:ext uri="{FF2B5EF4-FFF2-40B4-BE49-F238E27FC236}">
                <a16:creationId xmlns:a16="http://schemas.microsoft.com/office/drawing/2014/main" id="{2C96669F-9E30-4F99-AD24-3BEAECC61F62}"/>
              </a:ext>
            </a:extLst>
          </p:cNvPr>
          <p:cNvSpPr>
            <a:spLocks xmlns:a="http://schemas.openxmlformats.org/drawingml/2006/main" noGrp="1"/>
          </p:cNvSpPr>
          <p:nvPr/>
        </p:nvSpPr>
        <p:spPr>
          <a:xfrm xmlns:a="http://schemas.openxmlformats.org/drawingml/2006/main">
            <a:off x="628650" y="2486025"/>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기본 포트와 고급 통신 설정을 제공합니다.</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JSON을 직접 작성할 필요가 없습니다.</a:t>
            </a:r>
          </a:p>
        </p:txBody>
      </p:sp>
      <p:sp>
        <p:nvSpPr>
          <p:cNvPr id="6" name="">
            <a:extLst xmlns:a="http://schemas.openxmlformats.org/drawingml/2006/main">
              <a:ext uri="{FF2B5EF4-FFF2-40B4-BE49-F238E27FC236}">
                <a16:creationId xmlns:a16="http://schemas.microsoft.com/office/drawing/2014/main" id="{5CBFED73-AE6B-4B96-BDA2-743AF6C7D16E}"/>
              </a:ext>
            </a:extLst>
          </p:cNvPr>
          <p:cNvSpPr>
            <a:spLocks xmlns:a="http://schemas.openxmlformats.org/drawingml/2006/main" noGrp="1"/>
          </p:cNvSpPr>
          <p:nvPr/>
        </p:nvSpPr>
        <p:spPr>
          <a:xfrm xmlns:a="http://schemas.openxmlformats.org/drawingml/2006/main">
            <a:off x="628650" y="38100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현장에서 수정하는 연결 정보</a:t>
            </a:r>
          </a:p>
        </p:txBody>
      </p:sp>
      <p:sp>
        <p:nvSpPr>
          <p:cNvPr id="7" name="">
            <a:extLst xmlns:a="http://schemas.openxmlformats.org/drawingml/2006/main">
              <a:ext uri="{FF2B5EF4-FFF2-40B4-BE49-F238E27FC236}">
                <a16:creationId xmlns:a16="http://schemas.microsoft.com/office/drawing/2014/main" id="{87A4237C-404B-472D-A93D-F20E307FD009}"/>
              </a:ext>
            </a:extLst>
          </p:cNvPr>
          <p:cNvSpPr>
            <a:spLocks xmlns:a="http://schemas.openxmlformats.org/drawingml/2006/main" noGrp="1"/>
          </p:cNvSpPr>
          <p:nvPr/>
        </p:nvSpPr>
        <p:spPr>
          <a:xfrm xmlns:a="http://schemas.openxmlformats.org/drawingml/2006/main">
            <a:off x="628650" y="4276725"/>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목록 항목을 눌러 설정을 수정합니다.</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타임아웃과 재접속 옵션도 조정할 수 있습니다.</a:t>
            </a:r>
          </a:p>
        </p:txBody>
      </p:sp>
      <p:pic>
        <p:nvPicPr>
          <p:cNvPr id="8" name="">
            <a:extLst xmlns:a="http://schemas.openxmlformats.org/drawingml/2006/main">
              <a:ext uri="{FF2B5EF4-FFF2-40B4-BE49-F238E27FC236}">
                <a16:creationId xmlns:a16="http://schemas.microsoft.com/office/drawing/2014/main" id="{82F74E4A-0D16-42F1-B22C-56FC7CC41772}"/>
              </a:ext>
            </a:extLst>
          </p:cNvPr>
          <p:cNvPicPr>
            <a:picLocks xmlns:a="http://schemas.openxmlformats.org/drawingml/2006/main" noChangeAspect="1"/>
          </p:cNvPicPr>
          <p:nvPr/>
        </p:nvPicPr>
        <p:blipFill>
          <a:blip xmlns:r="http://schemas.openxmlformats.org/officeDocument/2006/relationships" xmlns:a="http://schemas.openxmlformats.org/drawingml/2006/main" r:embed="R99d5029b6e2a4516"/>
          <a:stretch xmlns:a="http://schemas.openxmlformats.org/drawingml/2006/main"/>
        </p:blipFill>
        <p:spPr>
          <a:xfrm xmlns:a="http://schemas.openxmlformats.org/drawingml/2006/main">
            <a:off x="8574286" y="1714500"/>
            <a:ext cx="2453878" cy="4362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4A42698-E7DF-4BB7-AB6C-82F9AFA1FE96}"/>
              </a:ext>
            </a:extLst>
          </p:cNvPr>
          <p:cNvSpPr>
            <a:spLocks xmlns:a="http://schemas.openxmlformats.org/drawingml/2006/main" noGrp="1"/>
          </p:cNvSpPr>
          <p:nvPr/>
        </p:nvSpPr>
        <p:spPr>
          <a:xfrm xmlns:a="http://schemas.openxmlformats.org/drawingml/2006/main">
            <a:off x="8239125" y="60960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LS XGI 연결 설정 예시</a:t>
            </a:r>
          </a:p>
        </p:txBody>
      </p:sp>
    </p:spTree>
    <p:extLst>
      <p:ext uri="{BB962C8B-B14F-4D97-AF65-F5344CB8AC3E}">
        <p14:creationId xmlns:p14="http://schemas.microsoft.com/office/powerpoint/2010/main" val="20106099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BCFBE7-D05F-4FE5-A16C-CB487847C8C3}"/>
              </a:ext>
            </a:extLst>
          </p:cNvPr>
          <p:cNvSpPr>
            <a:spLocks xmlns:a="http://schemas.openxmlformats.org/drawingml/2006/main" noGrp="1"/>
          </p:cNvSpPr>
          <p:nvPr/>
        </p:nvSpPr>
        <p:spPr>
          <a:xfrm xmlns:a="http://schemas.openxmlformats.org/drawingml/2006/main">
            <a:off x="1133475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04</a:t>
            </a:r>
          </a:p>
        </p:txBody>
      </p:sp>
      <p:sp>
        <p:nvSpPr>
          <p:cNvPr id="2" name="">
            <a:extLst xmlns:a="http://schemas.openxmlformats.org/drawingml/2006/main">
              <a:ext uri="{FF2B5EF4-FFF2-40B4-BE49-F238E27FC236}">
                <a16:creationId xmlns:a16="http://schemas.microsoft.com/office/drawing/2014/main" id="{737F7A91-704C-4EB2-A7B6-B2267AA896BC}"/>
              </a:ext>
            </a:extLst>
          </p:cNvPr>
          <p:cNvSpPr>
            <a:spLocks xmlns:a="http://schemas.openxmlformats.org/drawingml/2006/main" noGrp="1"/>
          </p:cNvSpPr>
          <p:nvPr/>
        </p:nvSpPr>
        <p:spPr>
          <a:xfrm xmlns:a="http://schemas.openxmlformats.org/drawingml/2006/main">
            <a:off x="609600" y="4572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02640"/>
                </a:solidFill>
                <a:latin typeface="Malgun Gothic"/>
                <a:ea typeface="Malgun Gothic"/>
                <a:cs typeface="Malgun Gothic"/>
              </a:defRPr>
            </a:defPPr>
            <a:lvl1pPr>
              <a:defRPr sz="3150" b="1">
                <a:solidFill>
                  <a:srgbClr val="102640"/>
                </a:solidFill>
                <a:latin typeface="Malgun Gothic"/>
                <a:ea typeface="Malgun Gothic"/>
                <a:cs typeface="Malgun Gothic"/>
              </a:defRPr>
            </a:lvl1pPr>
            <a:lvl2pPr>
              <a:defRPr sz="3150" b="1">
                <a:solidFill>
                  <a:srgbClr val="102640"/>
                </a:solidFill>
                <a:latin typeface="Malgun Gothic"/>
                <a:ea typeface="Malgun Gothic"/>
                <a:cs typeface="Malgun Gothic"/>
              </a:defRPr>
            </a:lvl2pPr>
            <a:lvl3pPr>
              <a:defRPr sz="3150" b="1">
                <a:solidFill>
                  <a:srgbClr val="102640"/>
                </a:solidFill>
                <a:latin typeface="Malgun Gothic"/>
                <a:ea typeface="Malgun Gothic"/>
                <a:cs typeface="Malgun Gothic"/>
              </a:defRPr>
            </a:lvl3pPr>
            <a:lvl4pPr>
              <a:defRPr sz="3150" b="1">
                <a:solidFill>
                  <a:srgbClr val="102640"/>
                </a:solidFill>
                <a:latin typeface="Malgun Gothic"/>
                <a:ea typeface="Malgun Gothic"/>
                <a:cs typeface="Malgun Gothic"/>
              </a:defRPr>
            </a:lvl4pPr>
            <a:lvl5pPr>
              <a:defRPr sz="3150" b="1">
                <a:solidFill>
                  <a:srgbClr val="102640"/>
                </a:solidFill>
                <a:latin typeface="Malgun Gothic"/>
                <a:ea typeface="Malgun Gothic"/>
                <a:cs typeface="Malgun Gothic"/>
              </a:defRPr>
            </a:lvl5pPr>
            <a:lvl6pPr>
              <a:defRPr sz="3150" b="1">
                <a:solidFill>
                  <a:srgbClr val="102640"/>
                </a:solidFill>
                <a:latin typeface="Malgun Gothic"/>
                <a:ea typeface="Malgun Gothic"/>
                <a:cs typeface="Malgun Gothic"/>
              </a:defRPr>
            </a:lvl6pPr>
            <a:lvl7pPr>
              <a:defRPr sz="3150" b="1">
                <a:solidFill>
                  <a:srgbClr val="102640"/>
                </a:solidFill>
                <a:latin typeface="Malgun Gothic"/>
                <a:ea typeface="Malgun Gothic"/>
                <a:cs typeface="Malgun Gothic"/>
              </a:defRPr>
            </a:lvl7pPr>
            <a:lvl8pPr>
              <a:defRPr sz="3150" b="1">
                <a:solidFill>
                  <a:srgbClr val="102640"/>
                </a:solidFill>
                <a:latin typeface="Malgun Gothic"/>
                <a:ea typeface="Malgun Gothic"/>
                <a:cs typeface="Malgun Gothic"/>
              </a:defRPr>
            </a:lvl8pPr>
            <a:lvl9pPr>
              <a:defRPr sz="3150" b="1">
                <a:solidFill>
                  <a:srgbClr val="102640"/>
                </a:solidFill>
                <a:latin typeface="Malgun Gothic"/>
                <a:ea typeface="Malgun Gothic"/>
                <a:cs typeface="Malgun Gothic"/>
              </a:defRPr>
            </a:lvl9pPr>
          </a:lstStyle>
          <a:p xmlns:a="http://schemas.openxmlformats.org/drawingml/2006/main">
            <a:pPr>
              <a:defRPr sz="3150" b="1">
                <a:solidFill>
                  <a:srgbClr val="102640"/>
                </a:solidFill>
                <a:latin typeface="Malgun Gothic"/>
                <a:ea typeface="Malgun Gothic"/>
                <a:cs typeface="Malgun Gothic"/>
              </a:defRPr>
            </a:pPr>
            <a:r>
              <a:rPr sz="3150" b="1">
                <a:solidFill>
                  <a:srgbClr val="102640"/>
                </a:solidFill>
                <a:latin typeface="Malgun Gothic"/>
                <a:ea typeface="Malgun Gothic"/>
                <a:cs typeface="Malgun Gothic"/>
              </a:rPr>
              <a:t>지원 Ethernet 드라이버</a:t>
            </a:r>
          </a:p>
        </p:txBody>
      </p:sp>
      <p:sp>
        <p:nvSpPr>
          <p:cNvPr id="3" name="">
            <a:extLst xmlns:a="http://schemas.openxmlformats.org/drawingml/2006/main">
              <a:ext uri="{FF2B5EF4-FFF2-40B4-BE49-F238E27FC236}">
                <a16:creationId xmlns:a16="http://schemas.microsoft.com/office/drawing/2014/main" id="{FA811236-EA58-428F-9BAA-2C6C12E10AB3}"/>
              </a:ext>
            </a:extLst>
          </p:cNvPr>
          <p:cNvSpPr>
            <a:spLocks xmlns:a="http://schemas.openxmlformats.org/drawingml/2006/main" noGrp="1"/>
          </p:cNvSpPr>
          <p:nvPr/>
        </p:nvSpPr>
        <p:spPr>
          <a:xfrm xmlns:a="http://schemas.openxmlformats.org/drawingml/2006/main">
            <a:off x="628650" y="1152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0866B"/>
                </a:solidFill>
                <a:latin typeface="Malgun Gothic"/>
                <a:ea typeface="Malgun Gothic"/>
                <a:cs typeface="Malgun Gothic"/>
              </a:defRPr>
            </a:defPPr>
            <a:lvl1pPr>
              <a:defRPr sz="1725" b="0">
                <a:solidFill>
                  <a:srgbClr val="00866B"/>
                </a:solidFill>
                <a:latin typeface="Malgun Gothic"/>
                <a:ea typeface="Malgun Gothic"/>
                <a:cs typeface="Malgun Gothic"/>
              </a:defRPr>
            </a:lvl1pPr>
            <a:lvl2pPr>
              <a:defRPr sz="1725" b="0">
                <a:solidFill>
                  <a:srgbClr val="00866B"/>
                </a:solidFill>
                <a:latin typeface="Malgun Gothic"/>
                <a:ea typeface="Malgun Gothic"/>
                <a:cs typeface="Malgun Gothic"/>
              </a:defRPr>
            </a:lvl2pPr>
            <a:lvl3pPr>
              <a:defRPr sz="1725" b="0">
                <a:solidFill>
                  <a:srgbClr val="00866B"/>
                </a:solidFill>
                <a:latin typeface="Malgun Gothic"/>
                <a:ea typeface="Malgun Gothic"/>
                <a:cs typeface="Malgun Gothic"/>
              </a:defRPr>
            </a:lvl3pPr>
            <a:lvl4pPr>
              <a:defRPr sz="1725" b="0">
                <a:solidFill>
                  <a:srgbClr val="00866B"/>
                </a:solidFill>
                <a:latin typeface="Malgun Gothic"/>
                <a:ea typeface="Malgun Gothic"/>
                <a:cs typeface="Malgun Gothic"/>
              </a:defRPr>
            </a:lvl4pPr>
            <a:lvl5pPr>
              <a:defRPr sz="1725" b="0">
                <a:solidFill>
                  <a:srgbClr val="00866B"/>
                </a:solidFill>
                <a:latin typeface="Malgun Gothic"/>
                <a:ea typeface="Malgun Gothic"/>
                <a:cs typeface="Malgun Gothic"/>
              </a:defRPr>
            </a:lvl5pPr>
            <a:lvl6pPr>
              <a:defRPr sz="1725" b="0">
                <a:solidFill>
                  <a:srgbClr val="00866B"/>
                </a:solidFill>
                <a:latin typeface="Malgun Gothic"/>
                <a:ea typeface="Malgun Gothic"/>
                <a:cs typeface="Malgun Gothic"/>
              </a:defRPr>
            </a:lvl6pPr>
            <a:lvl7pPr>
              <a:defRPr sz="1725" b="0">
                <a:solidFill>
                  <a:srgbClr val="00866B"/>
                </a:solidFill>
                <a:latin typeface="Malgun Gothic"/>
                <a:ea typeface="Malgun Gothic"/>
                <a:cs typeface="Malgun Gothic"/>
              </a:defRPr>
            </a:lvl7pPr>
            <a:lvl8pPr>
              <a:defRPr sz="1725" b="0">
                <a:solidFill>
                  <a:srgbClr val="00866B"/>
                </a:solidFill>
                <a:latin typeface="Malgun Gothic"/>
                <a:ea typeface="Malgun Gothic"/>
                <a:cs typeface="Malgun Gothic"/>
              </a:defRPr>
            </a:lvl8pPr>
            <a:lvl9pPr>
              <a:defRPr sz="1725" b="0">
                <a:solidFill>
                  <a:srgbClr val="00866B"/>
                </a:solidFill>
                <a:latin typeface="Malgun Gothic"/>
                <a:ea typeface="Malgun Gothic"/>
                <a:cs typeface="Malgun Gothic"/>
              </a:defRPr>
            </a:lvl9pPr>
          </a:lstStyle>
          <a:p xmlns:a="http://schemas.openxmlformats.org/drawingml/2006/main">
            <a:pPr>
              <a:defRPr sz="1725" b="0">
                <a:solidFill>
                  <a:srgbClr val="00866B"/>
                </a:solidFill>
                <a:latin typeface="Malgun Gothic"/>
                <a:ea typeface="Malgun Gothic"/>
                <a:cs typeface="Malgun Gothic"/>
              </a:defRPr>
            </a:pPr>
            <a:r>
              <a:rPr sz="1725" b="0">
                <a:solidFill>
                  <a:srgbClr val="00866B"/>
                </a:solidFill>
                <a:latin typeface="Malgun Gothic"/>
                <a:ea typeface="Malgun Gothic"/>
                <a:cs typeface="Malgun Gothic"/>
              </a:rPr>
              <a:t>TCP/IP 네트워크에서 PLC 데이터를 직접 읽습니다</a:t>
            </a:r>
          </a:p>
        </p:txBody>
      </p:sp>
      <p:graphicFrame>
        <p:nvGraphicFramePr>
          <p:cNvPr id="4" name="">
            <a:extLst xmlns:a="http://schemas.openxmlformats.org/drawingml/2006/main">
              <a:ext uri="{FF2B5EF4-FFF2-40B4-BE49-F238E27FC236}">
                <a16:creationId xmlns:a16="http://schemas.microsoft.com/office/drawing/2014/main" id="{4EC806A2-1F2B-455D-9633-D64B34A6515E}"/>
              </a:ext>
            </a:extLst>
          </p:cNvPr>
          <p:cNvGraphicFramePr/>
          <p:nvPr/>
        </p:nvGraphicFramePr>
        <p:xfrm>
          <a:off xmlns:a="http://schemas.openxmlformats.org/drawingml/2006/main" x="628650" y="2076450"/>
          <a:ext xmlns:a="http://schemas.openxmlformats.org/drawingml/2006/main" cx="10934700" cy="2667000"/>
        </p:xfrm>
        <a:graphic xmlns:a="http://schemas.openxmlformats.org/drawingml/2006/main">
          <a:graphicData uri="http://schemas.openxmlformats.org/drawingml/2006/table">
            <a:tbl>
              <a:tblPr/>
              <a:tblGrid>
                <a:gridCol w="2857500"/>
                <a:gridCol w="1428750"/>
                <a:gridCol w="3790950"/>
                <a:gridCol w="2857500"/>
              </a:tblGrid>
              <a:tr h="666750">
                <a:tc>
                  <a:txBody>
                    <a:bodyPr/>
                    <a:lstStyle/>
                    <a:p>
                      <a:r>
                        <a:rPr sz="1650" b="1">
                          <a:solidFill>
                            <a:srgbClr val="FFFFFF"/>
                          </a:solidFill>
                          <a:latin typeface="Malgun Gothic"/>
                          <a:ea typeface="Malgun Gothic"/>
                          <a:cs typeface="Malgun Gothic"/>
                        </a:rPr>
                        <a:t>드라이버</a:t>
                      </a:r>
                    </a:p>
                  </a:txBody>
                  <a:tcPr marL="91440" marR="91440" marT="45720" marB="45720">
                    <a:lnL w="9525">
                      <a:solidFill>
                        <a:srgbClr val="D7E3E7"/>
                      </a:solidFill>
                      <a:prstDash val="solid"/>
                    </a:lnL>
                    <a:lnR w="9525">
                      <a:solidFill>
                        <a:srgbClr val="D7E3E7"/>
                      </a:solidFill>
                      <a:prstDash val="solid"/>
                    </a:lnR>
                    <a:lnT w="9525">
                      <a:solidFill>
                        <a:srgbClr val="D7E3E7"/>
                      </a:solidFill>
                      <a:prstDash val="solid"/>
                    </a:lnT>
                    <a:lnB w="9525">
                      <a:solidFill>
                        <a:srgbClr val="D7E3E7"/>
                      </a:solidFill>
                      <a:prstDash val="solid"/>
                    </a:lnB>
                    <a:solidFill>
                      <a:srgbClr val="102640"/>
                    </a:solidFill>
                  </a:tcPr>
                </a:tc>
                <a:tc>
                  <a:txBody>
                    <a:bodyPr/>
                    <a:lstStyle/>
                    <a:p>
                      <a:r>
                        <a:rPr sz="1650" b="1">
                          <a:solidFill>
                            <a:srgbClr val="FFFFFF"/>
                          </a:solidFill>
                          <a:latin typeface="Malgun Gothic"/>
                          <a:ea typeface="Malgun Gothic"/>
                          <a:cs typeface="Malgun Gothic"/>
                        </a:rPr>
                        <a:t>기본 포트</a:t>
                      </a:r>
                    </a:p>
                  </a:txBody>
                  <a:tcPr marL="91440" marR="91440" marT="45720" marB="45720">
                    <a:lnR w="9525">
                      <a:solidFill>
                        <a:srgbClr val="D7E3E7"/>
                      </a:solidFill>
                      <a:prstDash val="solid"/>
                    </a:lnR>
                    <a:lnT w="9525">
                      <a:solidFill>
                        <a:srgbClr val="D7E3E7"/>
                      </a:solidFill>
                      <a:prstDash val="solid"/>
                    </a:lnT>
                    <a:lnB w="9525">
                      <a:solidFill>
                        <a:srgbClr val="D7E3E7"/>
                      </a:solidFill>
                      <a:prstDash val="solid"/>
                    </a:lnB>
                    <a:solidFill>
                      <a:srgbClr val="102640"/>
                    </a:solidFill>
                  </a:tcPr>
                </a:tc>
                <a:tc>
                  <a:txBody>
                    <a:bodyPr/>
                    <a:lstStyle/>
                    <a:p>
                      <a:r>
                        <a:rPr sz="1650" b="1">
                          <a:solidFill>
                            <a:srgbClr val="FFFFFF"/>
                          </a:solidFill>
                          <a:latin typeface="Malgun Gothic"/>
                          <a:ea typeface="Malgun Gothic"/>
                          <a:cs typeface="Malgun Gothic"/>
                        </a:rPr>
                        <a:t>주소 예시</a:t>
                      </a:r>
                    </a:p>
                  </a:txBody>
                  <a:tcPr marL="91440" marR="91440" marT="45720" marB="45720">
                    <a:lnR w="9525">
                      <a:solidFill>
                        <a:srgbClr val="D7E3E7"/>
                      </a:solidFill>
                      <a:prstDash val="solid"/>
                    </a:lnR>
                    <a:lnT w="9525">
                      <a:solidFill>
                        <a:srgbClr val="D7E3E7"/>
                      </a:solidFill>
                      <a:prstDash val="solid"/>
                    </a:lnT>
                    <a:lnB w="9525">
                      <a:solidFill>
                        <a:srgbClr val="D7E3E7"/>
                      </a:solidFill>
                      <a:prstDash val="solid"/>
                    </a:lnB>
                    <a:solidFill>
                      <a:srgbClr val="102640"/>
                    </a:solidFill>
                  </a:tcPr>
                </a:tc>
                <a:tc>
                  <a:txBody>
                    <a:bodyPr/>
                    <a:lstStyle/>
                    <a:p>
                      <a:r>
                        <a:rPr sz="1650" b="1">
                          <a:solidFill>
                            <a:srgbClr val="FFFFFF"/>
                          </a:solidFill>
                          <a:latin typeface="Malgun Gothic"/>
                          <a:ea typeface="Malgun Gothic"/>
                          <a:cs typeface="Malgun Gothic"/>
                        </a:rPr>
                        <a:t>지원 범위</a:t>
                      </a:r>
                    </a:p>
                  </a:txBody>
                  <a:tcPr marL="91440" marR="91440" marT="45720" marB="45720">
                    <a:lnR w="9525">
                      <a:solidFill>
                        <a:srgbClr val="D7E3E7"/>
                      </a:solidFill>
                      <a:prstDash val="solid"/>
                    </a:lnR>
                    <a:lnT w="9525">
                      <a:solidFill>
                        <a:srgbClr val="D7E3E7"/>
                      </a:solidFill>
                      <a:prstDash val="solid"/>
                    </a:lnT>
                    <a:lnB w="9525">
                      <a:solidFill>
                        <a:srgbClr val="D7E3E7"/>
                      </a:solidFill>
                      <a:prstDash val="solid"/>
                    </a:lnB>
                    <a:solidFill>
                      <a:srgbClr val="102640"/>
                    </a:solidFill>
                  </a:tcPr>
                </a:tc>
              </a:tr>
              <a:tr h="666750">
                <a:tc>
                  <a:txBody>
                    <a:bodyPr/>
                    <a:lstStyle/>
                    <a:p>
                      <a:r>
                        <a:rPr sz="1650" b="0">
                          <a:solidFill>
                            <a:srgbClr val="102640"/>
                          </a:solidFill>
                          <a:latin typeface="Malgun Gothic"/>
                          <a:ea typeface="Malgun Gothic"/>
                          <a:cs typeface="Malgun Gothic"/>
                        </a:rPr>
                        <a:t>MELSEC Q MC 3E</a:t>
                      </a:r>
                    </a:p>
                  </a:txBody>
                  <a:tcPr marL="91440" marR="91440" marT="45720" marB="45720">
                    <a:lnL w="9525">
                      <a:solidFill>
                        <a:srgbClr val="D7E3E7"/>
                      </a:solidFill>
                      <a:prstDash val="solid"/>
                    </a:lnL>
                    <a:lnR w="9525">
                      <a:solidFill>
                        <a:srgbClr val="D7E3E7"/>
                      </a:solidFill>
                      <a:prstDash val="solid"/>
                    </a:lnR>
                    <a:lnB w="9525">
                      <a:solidFill>
                        <a:srgbClr val="D7E3E7"/>
                      </a:solidFill>
                      <a:prstDash val="solid"/>
                    </a:lnB>
                    <a:solidFill>
                      <a:srgbClr val="F2F7F7"/>
                    </a:solidFill>
                  </a:tcPr>
                </a:tc>
                <a:tc>
                  <a:txBody>
                    <a:bodyPr/>
                    <a:lstStyle/>
                    <a:p>
                      <a:r>
                        <a:rPr sz="1650" b="0">
                          <a:solidFill>
                            <a:srgbClr val="102640"/>
                          </a:solidFill>
                          <a:latin typeface="Malgun Gothic"/>
                          <a:ea typeface="Malgun Gothic"/>
                          <a:cs typeface="Malgun Gothic"/>
                        </a:rPr>
                        <a:t>5000</a:t>
                      </a:r>
                    </a:p>
                  </a:txBody>
                  <a:tcPr marL="91440" marR="91440" marT="45720" marB="45720">
                    <a:lnR w="9525">
                      <a:solidFill>
                        <a:srgbClr val="D7E3E7"/>
                      </a:solidFill>
                      <a:prstDash val="solid"/>
                    </a:lnR>
                    <a:lnB w="9525">
                      <a:solidFill>
                        <a:srgbClr val="D7E3E7"/>
                      </a:solidFill>
                      <a:prstDash val="solid"/>
                    </a:lnB>
                    <a:solidFill>
                      <a:srgbClr val="F2F7F7"/>
                    </a:solidFill>
                  </a:tcPr>
                </a:tc>
                <a:tc>
                  <a:txBody>
                    <a:bodyPr/>
                    <a:lstStyle/>
                    <a:p>
                      <a:r>
                        <a:rPr sz="1650" b="0">
                          <a:solidFill>
                            <a:srgbClr val="102640"/>
                          </a:solidFill>
                          <a:latin typeface="Malgun Gothic"/>
                          <a:ea typeface="Malgun Gothic"/>
                          <a:cs typeface="Malgun Gothic"/>
                        </a:rPr>
                        <a:t>D0 / M0 / X0 / Y0</a:t>
                      </a:r>
                    </a:p>
                  </a:txBody>
                  <a:tcPr marL="91440" marR="91440" marT="45720" marB="45720">
                    <a:lnR w="9525">
                      <a:solidFill>
                        <a:srgbClr val="D7E3E7"/>
                      </a:solidFill>
                      <a:prstDash val="solid"/>
                    </a:lnR>
                    <a:lnB w="9525">
                      <a:solidFill>
                        <a:srgbClr val="D7E3E7"/>
                      </a:solidFill>
                      <a:prstDash val="solid"/>
                    </a:lnB>
                    <a:solidFill>
                      <a:srgbClr val="F2F7F7"/>
                    </a:solidFill>
                  </a:tcPr>
                </a:tc>
                <a:tc>
                  <a:txBody>
                    <a:bodyPr/>
                    <a:lstStyle/>
                    <a:p>
                      <a:r>
                        <a:rPr sz="1650" b="0">
                          <a:solidFill>
                            <a:srgbClr val="102640"/>
                          </a:solidFill>
                          <a:latin typeface="Malgun Gothic"/>
                          <a:ea typeface="Malgun Gothic"/>
                          <a:cs typeface="Malgun Gothic"/>
                        </a:rPr>
                        <a:t>3E Binary</a:t>
                      </a:r>
                    </a:p>
                  </a:txBody>
                  <a:tcPr marL="91440" marR="91440" marT="45720" marB="45720">
                    <a:lnR w="9525">
                      <a:solidFill>
                        <a:srgbClr val="D7E3E7"/>
                      </a:solidFill>
                      <a:prstDash val="solid"/>
                    </a:lnR>
                    <a:lnB w="9525">
                      <a:solidFill>
                        <a:srgbClr val="D7E3E7"/>
                      </a:solidFill>
                      <a:prstDash val="solid"/>
                    </a:lnB>
                    <a:solidFill>
                      <a:srgbClr val="F2F7F7"/>
                    </a:solidFill>
                  </a:tcPr>
                </a:tc>
              </a:tr>
              <a:tr h="666750">
                <a:tc>
                  <a:txBody>
                    <a:bodyPr/>
                    <a:lstStyle/>
                    <a:p>
                      <a:r>
                        <a:rPr sz="1650" b="0">
                          <a:solidFill>
                            <a:srgbClr val="102640"/>
                          </a:solidFill>
                          <a:latin typeface="Malgun Gothic"/>
                          <a:ea typeface="Malgun Gothic"/>
                          <a:cs typeface="Malgun Gothic"/>
                        </a:rPr>
                        <a:t>LS XGI</a:t>
                      </a:r>
                    </a:p>
                  </a:txBody>
                  <a:tcPr marL="91440" marR="91440" marT="45720" marB="45720">
                    <a:lnL w="9525">
                      <a:solidFill>
                        <a:srgbClr val="D7E3E7"/>
                      </a:solidFill>
                      <a:prstDash val="solid"/>
                    </a:lnL>
                    <a:lnR w="9525">
                      <a:solidFill>
                        <a:srgbClr val="D7E3E7"/>
                      </a:solidFill>
                      <a:prstDash val="solid"/>
                    </a:lnR>
                    <a:lnB w="9525">
                      <a:solidFill>
                        <a:srgbClr val="D7E3E7"/>
                      </a:solidFill>
                      <a:prstDash val="solid"/>
                    </a:lnB>
                    <a:solidFill>
                      <a:srgbClr val="FFFFFF"/>
                    </a:solidFill>
                  </a:tcPr>
                </a:tc>
                <a:tc>
                  <a:txBody>
                    <a:bodyPr/>
                    <a:lstStyle/>
                    <a:p>
                      <a:r>
                        <a:rPr sz="1650" b="0">
                          <a:solidFill>
                            <a:srgbClr val="102640"/>
                          </a:solidFill>
                          <a:latin typeface="Malgun Gothic"/>
                          <a:ea typeface="Malgun Gothic"/>
                          <a:cs typeface="Malgun Gothic"/>
                        </a:rPr>
                        <a:t>2004</a:t>
                      </a:r>
                    </a:p>
                  </a:txBody>
                  <a:tcPr marL="91440" marR="91440" marT="45720" marB="45720">
                    <a:lnR w="9525">
                      <a:solidFill>
                        <a:srgbClr val="D7E3E7"/>
                      </a:solidFill>
                      <a:prstDash val="solid"/>
                    </a:lnR>
                    <a:lnB w="9525">
                      <a:solidFill>
                        <a:srgbClr val="D7E3E7"/>
                      </a:solidFill>
                      <a:prstDash val="solid"/>
                    </a:lnB>
                    <a:solidFill>
                      <a:srgbClr val="FFFFFF"/>
                    </a:solidFill>
                  </a:tcPr>
                </a:tc>
                <a:tc>
                  <a:txBody>
                    <a:bodyPr/>
                    <a:lstStyle/>
                    <a:p>
                      <a:r>
                        <a:rPr sz="1650" b="0">
                          <a:solidFill>
                            <a:srgbClr val="102640"/>
                          </a:solidFill>
                          <a:latin typeface="Malgun Gothic"/>
                          <a:ea typeface="Malgun Gothic"/>
                          <a:cs typeface="Malgun Gothic"/>
                        </a:rPr>
                        <a:t>%MX0 / %MW0 / %MD0</a:t>
                      </a:r>
                    </a:p>
                  </a:txBody>
                  <a:tcPr marL="91440" marR="91440" marT="45720" marB="45720">
                    <a:lnR w="9525">
                      <a:solidFill>
                        <a:srgbClr val="D7E3E7"/>
                      </a:solidFill>
                      <a:prstDash val="solid"/>
                    </a:lnR>
                    <a:lnB w="9525">
                      <a:solidFill>
                        <a:srgbClr val="D7E3E7"/>
                      </a:solidFill>
                      <a:prstDash val="solid"/>
                    </a:lnB>
                    <a:solidFill>
                      <a:srgbClr val="FFFFFF"/>
                    </a:solidFill>
                  </a:tcPr>
                </a:tc>
                <a:tc>
                  <a:txBody>
                    <a:bodyPr/>
                    <a:lstStyle/>
                    <a:p>
                      <a:r>
                        <a:rPr sz="1650" b="0">
                          <a:solidFill>
                            <a:srgbClr val="102640"/>
                          </a:solidFill>
                          <a:latin typeface="Malgun Gothic"/>
                          <a:ea typeface="Malgun Gothic"/>
                          <a:cs typeface="Malgun Gothic"/>
                        </a:rPr>
                        <a:t>M 메모리 영역</a:t>
                      </a:r>
                    </a:p>
                  </a:txBody>
                  <a:tcPr marL="91440" marR="91440" marT="45720" marB="45720">
                    <a:lnR w="9525">
                      <a:solidFill>
                        <a:srgbClr val="D7E3E7"/>
                      </a:solidFill>
                      <a:prstDash val="solid"/>
                    </a:lnR>
                    <a:lnB w="9525">
                      <a:solidFill>
                        <a:srgbClr val="D7E3E7"/>
                      </a:solidFill>
                      <a:prstDash val="solid"/>
                    </a:lnB>
                    <a:solidFill>
                      <a:srgbClr val="FFFFFF"/>
                    </a:solidFill>
                  </a:tcPr>
                </a:tc>
              </a:tr>
              <a:tr h="666750">
                <a:tc>
                  <a:txBody>
                    <a:bodyPr/>
                    <a:lstStyle/>
                    <a:p>
                      <a:r>
                        <a:rPr sz="1650" b="0">
                          <a:solidFill>
                            <a:srgbClr val="102640"/>
                          </a:solidFill>
                          <a:latin typeface="Malgun Gothic"/>
                          <a:ea typeface="Malgun Gothic"/>
                          <a:cs typeface="Malgun Gothic"/>
                        </a:rPr>
                        <a:t>Modbus TCP</a:t>
                      </a:r>
                    </a:p>
                  </a:txBody>
                  <a:tcPr marL="91440" marR="91440" marT="45720" marB="45720">
                    <a:lnL w="9525">
                      <a:solidFill>
                        <a:srgbClr val="D7E3E7"/>
                      </a:solidFill>
                      <a:prstDash val="solid"/>
                    </a:lnL>
                    <a:lnR w="9525">
                      <a:solidFill>
                        <a:srgbClr val="D7E3E7"/>
                      </a:solidFill>
                      <a:prstDash val="solid"/>
                    </a:lnR>
                    <a:lnB w="9525">
                      <a:solidFill>
                        <a:srgbClr val="D7E3E7"/>
                      </a:solidFill>
                      <a:prstDash val="solid"/>
                    </a:lnB>
                    <a:solidFill>
                      <a:srgbClr val="F2F7F7"/>
                    </a:solidFill>
                  </a:tcPr>
                </a:tc>
                <a:tc>
                  <a:txBody>
                    <a:bodyPr/>
                    <a:lstStyle/>
                    <a:p>
                      <a:r>
                        <a:rPr sz="1650" b="0">
                          <a:solidFill>
                            <a:srgbClr val="102640"/>
                          </a:solidFill>
                          <a:latin typeface="Malgun Gothic"/>
                          <a:ea typeface="Malgun Gothic"/>
                          <a:cs typeface="Malgun Gothic"/>
                        </a:rPr>
                        <a:t>502</a:t>
                      </a:r>
                    </a:p>
                  </a:txBody>
                  <a:tcPr marL="91440" marR="91440" marT="45720" marB="45720">
                    <a:lnR w="9525">
                      <a:solidFill>
                        <a:srgbClr val="D7E3E7"/>
                      </a:solidFill>
                      <a:prstDash val="solid"/>
                    </a:lnR>
                    <a:lnB w="9525">
                      <a:solidFill>
                        <a:srgbClr val="D7E3E7"/>
                      </a:solidFill>
                      <a:prstDash val="solid"/>
                    </a:lnB>
                    <a:solidFill>
                      <a:srgbClr val="F2F7F7"/>
                    </a:solidFill>
                  </a:tcPr>
                </a:tc>
                <a:tc>
                  <a:txBody>
                    <a:bodyPr/>
                    <a:lstStyle/>
                    <a:p>
                      <a:r>
                        <a:rPr sz="1650" b="0">
                          <a:solidFill>
                            <a:srgbClr val="102640"/>
                          </a:solidFill>
                          <a:latin typeface="Malgun Gothic"/>
                          <a:ea typeface="Malgun Gothic"/>
                          <a:cs typeface="Malgun Gothic"/>
                        </a:rPr>
                        <a:t>C:0 / DI:0 / HR:0 / IR:0</a:t>
                      </a:r>
                    </a:p>
                  </a:txBody>
                  <a:tcPr marL="91440" marR="91440" marT="45720" marB="45720">
                    <a:lnR w="9525">
                      <a:solidFill>
                        <a:srgbClr val="D7E3E7"/>
                      </a:solidFill>
                      <a:prstDash val="solid"/>
                    </a:lnR>
                    <a:lnB w="9525">
                      <a:solidFill>
                        <a:srgbClr val="D7E3E7"/>
                      </a:solidFill>
                      <a:prstDash val="solid"/>
                    </a:lnB>
                    <a:solidFill>
                      <a:srgbClr val="F2F7F7"/>
                    </a:solidFill>
                  </a:tcPr>
                </a:tc>
                <a:tc>
                  <a:txBody>
                    <a:bodyPr/>
                    <a:lstStyle/>
                    <a:p>
                      <a:r>
                        <a:rPr sz="1650" b="0">
                          <a:solidFill>
                            <a:srgbClr val="102640"/>
                          </a:solidFill>
                          <a:latin typeface="Malgun Gothic"/>
                          <a:ea typeface="Malgun Gothic"/>
                          <a:cs typeface="Malgun Gothic"/>
                        </a:rPr>
                        <a:t>비트·레지스터</a:t>
                      </a:r>
                    </a:p>
                  </a:txBody>
                  <a:tcPr marL="91440" marR="91440" marT="45720" marB="45720">
                    <a:lnR w="9525">
                      <a:solidFill>
                        <a:srgbClr val="D7E3E7"/>
                      </a:solidFill>
                      <a:prstDash val="solid"/>
                    </a:lnR>
                    <a:lnB w="9525">
                      <a:solidFill>
                        <a:srgbClr val="D7E3E7"/>
                      </a:solidFill>
                      <a:prstDash val="solid"/>
                    </a:lnB>
                    <a:solidFill>
                      <a:srgbClr val="F2F7F7"/>
                    </a:solidFill>
                  </a:tcPr>
                </a:tc>
              </a:tr>
            </a:tbl>
          </a:graphicData>
        </a:graphic>
      </p:graphicFrame>
      <p:sp>
        <p:nvSpPr>
          <p:cNvPr id="5" name="">
            <a:extLst xmlns:a="http://schemas.openxmlformats.org/drawingml/2006/main">
              <a:ext uri="{FF2B5EF4-FFF2-40B4-BE49-F238E27FC236}">
                <a16:creationId xmlns:a16="http://schemas.microsoft.com/office/drawing/2014/main" id="{1B35E71C-0E8E-49F2-A460-EF04CF4C25A5}"/>
              </a:ext>
            </a:extLst>
          </p:cNvPr>
          <p:cNvSpPr>
            <a:spLocks xmlns:a="http://schemas.openxmlformats.org/drawingml/2006/main" noGrp="1"/>
          </p:cNvSpPr>
          <p:nvPr/>
        </p:nvSpPr>
        <p:spPr>
          <a:xfrm xmlns:a="http://schemas.openxmlformats.org/drawingml/2006/main">
            <a:off x="647700" y="51054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BOOL, 16·32비트 정수, FLOAT32 지원</a:t>
            </a:r>
          </a:p>
        </p:txBody>
      </p:sp>
      <p:sp>
        <p:nvSpPr>
          <p:cNvPr id="6" name="">
            <a:extLst xmlns:a="http://schemas.openxmlformats.org/drawingml/2006/main">
              <a:ext uri="{FF2B5EF4-FFF2-40B4-BE49-F238E27FC236}">
                <a16:creationId xmlns:a16="http://schemas.microsoft.com/office/drawing/2014/main" id="{C1D32862-0517-4168-9A3C-A20550AFF61A}"/>
              </a:ext>
            </a:extLst>
          </p:cNvPr>
          <p:cNvSpPr>
            <a:spLocks xmlns:a="http://schemas.openxmlformats.org/drawingml/2006/main" noGrp="1"/>
          </p:cNvSpPr>
          <p:nvPr/>
        </p:nvSpPr>
        <p:spPr>
          <a:xfrm xmlns:a="http://schemas.openxmlformats.org/drawingml/2006/main">
            <a:off x="647700" y="56959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26173"/>
                </a:solidFill>
                <a:latin typeface="Malgun Gothic"/>
                <a:ea typeface="Malgun Gothic"/>
                <a:cs typeface="Malgun Gothic"/>
              </a:defRPr>
            </a:defPPr>
            <a:lvl1pPr>
              <a:defRPr sz="1575" b="0">
                <a:solidFill>
                  <a:srgbClr val="526173"/>
                </a:solidFill>
                <a:latin typeface="Malgun Gothic"/>
                <a:ea typeface="Malgun Gothic"/>
                <a:cs typeface="Malgun Gothic"/>
              </a:defRPr>
            </a:lvl1pPr>
            <a:lvl2pPr>
              <a:defRPr sz="1575" b="0">
                <a:solidFill>
                  <a:srgbClr val="526173"/>
                </a:solidFill>
                <a:latin typeface="Malgun Gothic"/>
                <a:ea typeface="Malgun Gothic"/>
                <a:cs typeface="Malgun Gothic"/>
              </a:defRPr>
            </a:lvl2pPr>
            <a:lvl3pPr>
              <a:defRPr sz="1575" b="0">
                <a:solidFill>
                  <a:srgbClr val="526173"/>
                </a:solidFill>
                <a:latin typeface="Malgun Gothic"/>
                <a:ea typeface="Malgun Gothic"/>
                <a:cs typeface="Malgun Gothic"/>
              </a:defRPr>
            </a:lvl3pPr>
            <a:lvl4pPr>
              <a:defRPr sz="1575" b="0">
                <a:solidFill>
                  <a:srgbClr val="526173"/>
                </a:solidFill>
                <a:latin typeface="Malgun Gothic"/>
                <a:ea typeface="Malgun Gothic"/>
                <a:cs typeface="Malgun Gothic"/>
              </a:defRPr>
            </a:lvl4pPr>
            <a:lvl5pPr>
              <a:defRPr sz="1575" b="0">
                <a:solidFill>
                  <a:srgbClr val="526173"/>
                </a:solidFill>
                <a:latin typeface="Malgun Gothic"/>
                <a:ea typeface="Malgun Gothic"/>
                <a:cs typeface="Malgun Gothic"/>
              </a:defRPr>
            </a:lvl5pPr>
            <a:lvl6pPr>
              <a:defRPr sz="1575" b="0">
                <a:solidFill>
                  <a:srgbClr val="526173"/>
                </a:solidFill>
                <a:latin typeface="Malgun Gothic"/>
                <a:ea typeface="Malgun Gothic"/>
                <a:cs typeface="Malgun Gothic"/>
              </a:defRPr>
            </a:lvl6pPr>
            <a:lvl7pPr>
              <a:defRPr sz="1575" b="0">
                <a:solidFill>
                  <a:srgbClr val="526173"/>
                </a:solidFill>
                <a:latin typeface="Malgun Gothic"/>
                <a:ea typeface="Malgun Gothic"/>
                <a:cs typeface="Malgun Gothic"/>
              </a:defRPr>
            </a:lvl7pPr>
            <a:lvl8pPr>
              <a:defRPr sz="1575" b="0">
                <a:solidFill>
                  <a:srgbClr val="526173"/>
                </a:solidFill>
                <a:latin typeface="Malgun Gothic"/>
                <a:ea typeface="Malgun Gothic"/>
                <a:cs typeface="Malgun Gothic"/>
              </a:defRPr>
            </a:lvl8pPr>
            <a:lvl9pPr>
              <a:defRPr sz="1575" b="0">
                <a:solidFill>
                  <a:srgbClr val="526173"/>
                </a:solidFill>
                <a:latin typeface="Malgun Gothic"/>
                <a:ea typeface="Malgun Gothic"/>
                <a:cs typeface="Malgun Gothic"/>
              </a:defRPr>
            </a:lvl9pPr>
          </a:lstStyle>
          <a:p xmlns:a="http://schemas.openxmlformats.org/drawingml/2006/main">
            <a:pPr>
              <a:defRPr sz="1575" b="0">
                <a:solidFill>
                  <a:srgbClr val="526173"/>
                </a:solidFill>
                <a:latin typeface="Malgun Gothic"/>
                <a:ea typeface="Malgun Gothic"/>
                <a:cs typeface="Malgun Gothic"/>
              </a:defRPr>
            </a:pPr>
            <a:r>
              <a:rPr sz="1575" b="0">
                <a:solidFill>
                  <a:srgbClr val="526173"/>
                </a:solidFill>
                <a:latin typeface="Malgun Gothic"/>
                <a:ea typeface="Malgun Gothic"/>
                <a:cs typeface="Malgun Gothic"/>
              </a:rPr>
              <a:t>PLC의 통신 설정과 주소 범위를 확인해야 합니다. CPU USB 직접 통신과 STRING은 현재 지원하지 않습니다.</a:t>
            </a:r>
          </a:p>
        </p:txBody>
      </p:sp>
    </p:spTree>
    <p:extLst>
      <p:ext uri="{BB962C8B-B14F-4D97-AF65-F5344CB8AC3E}">
        <p14:creationId xmlns:p14="http://schemas.microsoft.com/office/powerpoint/2010/main" val="18807450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AF1DE9F-D336-4B81-9E12-C951CC89AA59}"/>
              </a:ext>
            </a:extLst>
          </p:cNvPr>
          <p:cNvSpPr>
            <a:spLocks xmlns:a="http://schemas.openxmlformats.org/drawingml/2006/main" noGrp="1"/>
          </p:cNvSpPr>
          <p:nvPr/>
        </p:nvSpPr>
        <p:spPr>
          <a:xfrm xmlns:a="http://schemas.openxmlformats.org/drawingml/2006/main">
            <a:off x="1133475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05</a:t>
            </a:r>
          </a:p>
        </p:txBody>
      </p:sp>
      <p:sp>
        <p:nvSpPr>
          <p:cNvPr id="2" name="">
            <a:extLst xmlns:a="http://schemas.openxmlformats.org/drawingml/2006/main">
              <a:ext uri="{FF2B5EF4-FFF2-40B4-BE49-F238E27FC236}">
                <a16:creationId xmlns:a16="http://schemas.microsoft.com/office/drawing/2014/main" id="{F27D317C-E9CE-43AF-8588-846C6F5DAF6B}"/>
              </a:ext>
            </a:extLst>
          </p:cNvPr>
          <p:cNvSpPr>
            <a:spLocks xmlns:a="http://schemas.openxmlformats.org/drawingml/2006/main" noGrp="1"/>
          </p:cNvSpPr>
          <p:nvPr/>
        </p:nvSpPr>
        <p:spPr>
          <a:xfrm xmlns:a="http://schemas.openxmlformats.org/drawingml/2006/main">
            <a:off x="609600" y="4572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02640"/>
                </a:solidFill>
                <a:latin typeface="Malgun Gothic"/>
                <a:ea typeface="Malgun Gothic"/>
                <a:cs typeface="Malgun Gothic"/>
              </a:defRPr>
            </a:defPPr>
            <a:lvl1pPr>
              <a:defRPr sz="3150" b="1">
                <a:solidFill>
                  <a:srgbClr val="102640"/>
                </a:solidFill>
                <a:latin typeface="Malgun Gothic"/>
                <a:ea typeface="Malgun Gothic"/>
                <a:cs typeface="Malgun Gothic"/>
              </a:defRPr>
            </a:lvl1pPr>
            <a:lvl2pPr>
              <a:defRPr sz="3150" b="1">
                <a:solidFill>
                  <a:srgbClr val="102640"/>
                </a:solidFill>
                <a:latin typeface="Malgun Gothic"/>
                <a:ea typeface="Malgun Gothic"/>
                <a:cs typeface="Malgun Gothic"/>
              </a:defRPr>
            </a:lvl2pPr>
            <a:lvl3pPr>
              <a:defRPr sz="3150" b="1">
                <a:solidFill>
                  <a:srgbClr val="102640"/>
                </a:solidFill>
                <a:latin typeface="Malgun Gothic"/>
                <a:ea typeface="Malgun Gothic"/>
                <a:cs typeface="Malgun Gothic"/>
              </a:defRPr>
            </a:lvl3pPr>
            <a:lvl4pPr>
              <a:defRPr sz="3150" b="1">
                <a:solidFill>
                  <a:srgbClr val="102640"/>
                </a:solidFill>
                <a:latin typeface="Malgun Gothic"/>
                <a:ea typeface="Malgun Gothic"/>
                <a:cs typeface="Malgun Gothic"/>
              </a:defRPr>
            </a:lvl4pPr>
            <a:lvl5pPr>
              <a:defRPr sz="3150" b="1">
                <a:solidFill>
                  <a:srgbClr val="102640"/>
                </a:solidFill>
                <a:latin typeface="Malgun Gothic"/>
                <a:ea typeface="Malgun Gothic"/>
                <a:cs typeface="Malgun Gothic"/>
              </a:defRPr>
            </a:lvl5pPr>
            <a:lvl6pPr>
              <a:defRPr sz="3150" b="1">
                <a:solidFill>
                  <a:srgbClr val="102640"/>
                </a:solidFill>
                <a:latin typeface="Malgun Gothic"/>
                <a:ea typeface="Malgun Gothic"/>
                <a:cs typeface="Malgun Gothic"/>
              </a:defRPr>
            </a:lvl6pPr>
            <a:lvl7pPr>
              <a:defRPr sz="3150" b="1">
                <a:solidFill>
                  <a:srgbClr val="102640"/>
                </a:solidFill>
                <a:latin typeface="Malgun Gothic"/>
                <a:ea typeface="Malgun Gothic"/>
                <a:cs typeface="Malgun Gothic"/>
              </a:defRPr>
            </a:lvl7pPr>
            <a:lvl8pPr>
              <a:defRPr sz="3150" b="1">
                <a:solidFill>
                  <a:srgbClr val="102640"/>
                </a:solidFill>
                <a:latin typeface="Malgun Gothic"/>
                <a:ea typeface="Malgun Gothic"/>
                <a:cs typeface="Malgun Gothic"/>
              </a:defRPr>
            </a:lvl8pPr>
            <a:lvl9pPr>
              <a:defRPr sz="3150" b="1">
                <a:solidFill>
                  <a:srgbClr val="102640"/>
                </a:solidFill>
                <a:latin typeface="Malgun Gothic"/>
                <a:ea typeface="Malgun Gothic"/>
                <a:cs typeface="Malgun Gothic"/>
              </a:defRPr>
            </a:lvl9pPr>
          </a:lstStyle>
          <a:p xmlns:a="http://schemas.openxmlformats.org/drawingml/2006/main">
            <a:pPr>
              <a:defRPr sz="3150" b="1">
                <a:solidFill>
                  <a:srgbClr val="102640"/>
                </a:solidFill>
                <a:latin typeface="Malgun Gothic"/>
                <a:ea typeface="Malgun Gothic"/>
                <a:cs typeface="Malgun Gothic"/>
              </a:defRPr>
            </a:pPr>
            <a:r>
              <a:rPr sz="3150" b="1">
                <a:solidFill>
                  <a:srgbClr val="102640"/>
                </a:solidFill>
                <a:latin typeface="Malgun Gothic"/>
                <a:ea typeface="Malgun Gothic"/>
                <a:cs typeface="Malgun Gothic"/>
              </a:rPr>
              <a:t>태그와 그룹 경로</a:t>
            </a:r>
          </a:p>
        </p:txBody>
      </p:sp>
      <p:sp>
        <p:nvSpPr>
          <p:cNvPr id="3" name="">
            <a:extLst xmlns:a="http://schemas.openxmlformats.org/drawingml/2006/main">
              <a:ext uri="{FF2B5EF4-FFF2-40B4-BE49-F238E27FC236}">
                <a16:creationId xmlns:a16="http://schemas.microsoft.com/office/drawing/2014/main" id="{FCAA830E-FB90-44A7-85B7-FB6EB1B6D961}"/>
              </a:ext>
            </a:extLst>
          </p:cNvPr>
          <p:cNvSpPr>
            <a:spLocks xmlns:a="http://schemas.openxmlformats.org/drawingml/2006/main" noGrp="1"/>
          </p:cNvSpPr>
          <p:nvPr/>
        </p:nvSpPr>
        <p:spPr>
          <a:xfrm xmlns:a="http://schemas.openxmlformats.org/drawingml/2006/main">
            <a:off x="628650" y="1152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0866B"/>
                </a:solidFill>
                <a:latin typeface="Malgun Gothic"/>
                <a:ea typeface="Malgun Gothic"/>
                <a:cs typeface="Malgun Gothic"/>
              </a:defRPr>
            </a:defPPr>
            <a:lvl1pPr>
              <a:defRPr sz="1725" b="0">
                <a:solidFill>
                  <a:srgbClr val="00866B"/>
                </a:solidFill>
                <a:latin typeface="Malgun Gothic"/>
                <a:ea typeface="Malgun Gothic"/>
                <a:cs typeface="Malgun Gothic"/>
              </a:defRPr>
            </a:lvl1pPr>
            <a:lvl2pPr>
              <a:defRPr sz="1725" b="0">
                <a:solidFill>
                  <a:srgbClr val="00866B"/>
                </a:solidFill>
                <a:latin typeface="Malgun Gothic"/>
                <a:ea typeface="Malgun Gothic"/>
                <a:cs typeface="Malgun Gothic"/>
              </a:defRPr>
            </a:lvl2pPr>
            <a:lvl3pPr>
              <a:defRPr sz="1725" b="0">
                <a:solidFill>
                  <a:srgbClr val="00866B"/>
                </a:solidFill>
                <a:latin typeface="Malgun Gothic"/>
                <a:ea typeface="Malgun Gothic"/>
                <a:cs typeface="Malgun Gothic"/>
              </a:defRPr>
            </a:lvl3pPr>
            <a:lvl4pPr>
              <a:defRPr sz="1725" b="0">
                <a:solidFill>
                  <a:srgbClr val="00866B"/>
                </a:solidFill>
                <a:latin typeface="Malgun Gothic"/>
                <a:ea typeface="Malgun Gothic"/>
                <a:cs typeface="Malgun Gothic"/>
              </a:defRPr>
            </a:lvl4pPr>
            <a:lvl5pPr>
              <a:defRPr sz="1725" b="0">
                <a:solidFill>
                  <a:srgbClr val="00866B"/>
                </a:solidFill>
                <a:latin typeface="Malgun Gothic"/>
                <a:ea typeface="Malgun Gothic"/>
                <a:cs typeface="Malgun Gothic"/>
              </a:defRPr>
            </a:lvl5pPr>
            <a:lvl6pPr>
              <a:defRPr sz="1725" b="0">
                <a:solidFill>
                  <a:srgbClr val="00866B"/>
                </a:solidFill>
                <a:latin typeface="Malgun Gothic"/>
                <a:ea typeface="Malgun Gothic"/>
                <a:cs typeface="Malgun Gothic"/>
              </a:defRPr>
            </a:lvl6pPr>
            <a:lvl7pPr>
              <a:defRPr sz="1725" b="0">
                <a:solidFill>
                  <a:srgbClr val="00866B"/>
                </a:solidFill>
                <a:latin typeface="Malgun Gothic"/>
                <a:ea typeface="Malgun Gothic"/>
                <a:cs typeface="Malgun Gothic"/>
              </a:defRPr>
            </a:lvl7pPr>
            <a:lvl8pPr>
              <a:defRPr sz="1725" b="0">
                <a:solidFill>
                  <a:srgbClr val="00866B"/>
                </a:solidFill>
                <a:latin typeface="Malgun Gothic"/>
                <a:ea typeface="Malgun Gothic"/>
                <a:cs typeface="Malgun Gothic"/>
              </a:defRPr>
            </a:lvl8pPr>
            <a:lvl9pPr>
              <a:defRPr sz="1725" b="0">
                <a:solidFill>
                  <a:srgbClr val="00866B"/>
                </a:solidFill>
                <a:latin typeface="Malgun Gothic"/>
                <a:ea typeface="Malgun Gothic"/>
                <a:cs typeface="Malgun Gothic"/>
              </a:defRPr>
            </a:lvl9pPr>
          </a:lstStyle>
          <a:p xmlns:a="http://schemas.openxmlformats.org/drawingml/2006/main">
            <a:pPr>
              <a:defRPr sz="1725" b="0">
                <a:solidFill>
                  <a:srgbClr val="00866B"/>
                </a:solidFill>
                <a:latin typeface="Malgun Gothic"/>
                <a:ea typeface="Malgun Gothic"/>
                <a:cs typeface="Malgun Gothic"/>
              </a:defRPr>
            </a:pPr>
            <a:r>
              <a:rPr sz="1725" b="0">
                <a:solidFill>
                  <a:srgbClr val="00866B"/>
                </a:solidFill>
                <a:latin typeface="Malgun Gothic"/>
                <a:ea typeface="Malgun Gothic"/>
                <a:cs typeface="Malgun Gothic"/>
              </a:rPr>
              <a:t>태그 속성에 입력한 경로로 그룹을 자동 구성합니다</a:t>
            </a:r>
          </a:p>
        </p:txBody>
      </p:sp>
      <p:sp>
        <p:nvSpPr>
          <p:cNvPr id="4" name="">
            <a:extLst xmlns:a="http://schemas.openxmlformats.org/drawingml/2006/main">
              <a:ext uri="{FF2B5EF4-FFF2-40B4-BE49-F238E27FC236}">
                <a16:creationId xmlns:a16="http://schemas.microsoft.com/office/drawing/2014/main" id="{C8FE154E-7358-4A14-96B3-C89AE557A5EF}"/>
              </a:ext>
            </a:extLst>
          </p:cNvPr>
          <p:cNvSpPr>
            <a:spLocks xmlns:a="http://schemas.openxmlformats.org/drawingml/2006/main" noGrp="1"/>
          </p:cNvSpPr>
          <p:nvPr/>
        </p:nvSpPr>
        <p:spPr>
          <a:xfrm xmlns:a="http://schemas.openxmlformats.org/drawingml/2006/main">
            <a:off x="628650" y="20097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주소와 자료형을 함께 관리</a:t>
            </a:r>
          </a:p>
        </p:txBody>
      </p:sp>
      <p:sp>
        <p:nvSpPr>
          <p:cNvPr id="5" name="">
            <a:extLst xmlns:a="http://schemas.openxmlformats.org/drawingml/2006/main">
              <a:ext uri="{FF2B5EF4-FFF2-40B4-BE49-F238E27FC236}">
                <a16:creationId xmlns:a16="http://schemas.microsoft.com/office/drawing/2014/main" id="{CD39C838-4250-45FD-889A-A1287BDEC17F}"/>
              </a:ext>
            </a:extLst>
          </p:cNvPr>
          <p:cNvSpPr>
            <a:spLocks xmlns:a="http://schemas.openxmlformats.org/drawingml/2006/main" noGrp="1"/>
          </p:cNvSpPr>
          <p:nvPr/>
        </p:nvSpPr>
        <p:spPr>
          <a:xfrm xmlns:a="http://schemas.openxmlformats.org/drawingml/2006/main">
            <a:off x="628650" y="24765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태그 이름, PLC 주소, 자료형, 읽기·쓰기 권한과</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수집 주기를 설정합니다.</a:t>
            </a:r>
          </a:p>
        </p:txBody>
      </p:sp>
      <p:sp>
        <p:nvSpPr>
          <p:cNvPr id="6" name="">
            <a:extLst xmlns:a="http://schemas.openxmlformats.org/drawingml/2006/main">
              <a:ext uri="{FF2B5EF4-FFF2-40B4-BE49-F238E27FC236}">
                <a16:creationId xmlns:a16="http://schemas.microsoft.com/office/drawing/2014/main" id="{A3C0BF0B-9C82-4CAA-B46A-E7E5B8F6288B}"/>
              </a:ext>
            </a:extLst>
          </p:cNvPr>
          <p:cNvSpPr>
            <a:spLocks xmlns:a="http://schemas.openxmlformats.org/drawingml/2006/main" noGrp="1"/>
          </p:cNvSpPr>
          <p:nvPr/>
        </p:nvSpPr>
        <p:spPr>
          <a:xfrm xmlns:a="http://schemas.openxmlformats.org/drawingml/2006/main">
            <a:off x="628650" y="38100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그룹 경로 입력</a:t>
            </a:r>
          </a:p>
        </p:txBody>
      </p:sp>
      <p:sp>
        <p:nvSpPr>
          <p:cNvPr id="7" name="">
            <a:extLst xmlns:a="http://schemas.openxmlformats.org/drawingml/2006/main">
              <a:ext uri="{FF2B5EF4-FFF2-40B4-BE49-F238E27FC236}">
                <a16:creationId xmlns:a16="http://schemas.microsoft.com/office/drawing/2014/main" id="{6CCCF49E-81D2-4B2A-B6B7-40B3C2BBAFF4}"/>
              </a:ext>
            </a:extLst>
          </p:cNvPr>
          <p:cNvSpPr>
            <a:spLocks xmlns:a="http://schemas.openxmlformats.org/drawingml/2006/main" noGrp="1"/>
          </p:cNvSpPr>
          <p:nvPr/>
        </p:nvSpPr>
        <p:spPr>
          <a:xfrm xmlns:a="http://schemas.openxmlformats.org/drawingml/2006/main">
            <a:off x="628650" y="4276725"/>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그룹 이름을 역슬래시로 구분해 입력하면</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해당 디바이스 안에 그룹이 만들어집니다.</a:t>
            </a:r>
          </a:p>
        </p:txBody>
      </p:sp>
      <p:pic>
        <p:nvPicPr>
          <p:cNvPr id="8" name="">
            <a:extLst xmlns:a="http://schemas.openxmlformats.org/drawingml/2006/main">
              <a:ext uri="{FF2B5EF4-FFF2-40B4-BE49-F238E27FC236}">
                <a16:creationId xmlns:a16="http://schemas.microsoft.com/office/drawing/2014/main" id="{13677098-7CAE-4BA8-81AD-C8E5C0194358}"/>
              </a:ext>
            </a:extLst>
          </p:cNvPr>
          <p:cNvPicPr>
            <a:picLocks xmlns:a="http://schemas.openxmlformats.org/drawingml/2006/main" noChangeAspect="1"/>
          </p:cNvPicPr>
          <p:nvPr/>
        </p:nvPicPr>
        <p:blipFill>
          <a:blip xmlns:r="http://schemas.openxmlformats.org/officeDocument/2006/relationships" xmlns:a="http://schemas.openxmlformats.org/drawingml/2006/main" r:embed="Rc99859eb6fde413f"/>
          <a:stretch xmlns:a="http://schemas.openxmlformats.org/drawingml/2006/main"/>
        </p:blipFill>
        <p:spPr>
          <a:xfrm xmlns:a="http://schemas.openxmlformats.org/drawingml/2006/main">
            <a:off x="8574286" y="1714500"/>
            <a:ext cx="2453878" cy="4362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F213028-5E7E-4C97-A157-D63EC841623E}"/>
              </a:ext>
            </a:extLst>
          </p:cNvPr>
          <p:cNvSpPr>
            <a:spLocks xmlns:a="http://schemas.openxmlformats.org/drawingml/2006/main" noGrp="1"/>
          </p:cNvSpPr>
          <p:nvPr/>
        </p:nvSpPr>
        <p:spPr>
          <a:xfrm xmlns:a="http://schemas.openxmlformats.org/drawingml/2006/main">
            <a:off x="8239125" y="60960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태그 속성 편집 예시</a:t>
            </a:r>
          </a:p>
        </p:txBody>
      </p:sp>
    </p:spTree>
    <p:extLst>
      <p:ext uri="{BB962C8B-B14F-4D97-AF65-F5344CB8AC3E}">
        <p14:creationId xmlns:p14="http://schemas.microsoft.com/office/powerpoint/2010/main" val="2335495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6D66388-CB79-4E2D-8043-FD45818FCFEE}"/>
              </a:ext>
            </a:extLst>
          </p:cNvPr>
          <p:cNvSpPr>
            <a:spLocks xmlns:a="http://schemas.openxmlformats.org/drawingml/2006/main" noGrp="1"/>
          </p:cNvSpPr>
          <p:nvPr/>
        </p:nvSpPr>
        <p:spPr>
          <a:xfrm xmlns:a="http://schemas.openxmlformats.org/drawingml/2006/main">
            <a:off x="1133475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06</a:t>
            </a:r>
          </a:p>
        </p:txBody>
      </p:sp>
      <p:sp>
        <p:nvSpPr>
          <p:cNvPr id="2" name="">
            <a:extLst xmlns:a="http://schemas.openxmlformats.org/drawingml/2006/main">
              <a:ext uri="{FF2B5EF4-FFF2-40B4-BE49-F238E27FC236}">
                <a16:creationId xmlns:a16="http://schemas.microsoft.com/office/drawing/2014/main" id="{1DF800F7-BE58-4DCA-93B0-334560459EE0}"/>
              </a:ext>
            </a:extLst>
          </p:cNvPr>
          <p:cNvSpPr>
            <a:spLocks xmlns:a="http://schemas.openxmlformats.org/drawingml/2006/main" noGrp="1"/>
          </p:cNvSpPr>
          <p:nvPr/>
        </p:nvSpPr>
        <p:spPr>
          <a:xfrm xmlns:a="http://schemas.openxmlformats.org/drawingml/2006/main">
            <a:off x="609600" y="4572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02640"/>
                </a:solidFill>
                <a:latin typeface="Malgun Gothic"/>
                <a:ea typeface="Malgun Gothic"/>
                <a:cs typeface="Malgun Gothic"/>
              </a:defRPr>
            </a:defPPr>
            <a:lvl1pPr>
              <a:defRPr sz="3150" b="1">
                <a:solidFill>
                  <a:srgbClr val="102640"/>
                </a:solidFill>
                <a:latin typeface="Malgun Gothic"/>
                <a:ea typeface="Malgun Gothic"/>
                <a:cs typeface="Malgun Gothic"/>
              </a:defRPr>
            </a:lvl1pPr>
            <a:lvl2pPr>
              <a:defRPr sz="3150" b="1">
                <a:solidFill>
                  <a:srgbClr val="102640"/>
                </a:solidFill>
                <a:latin typeface="Malgun Gothic"/>
                <a:ea typeface="Malgun Gothic"/>
                <a:cs typeface="Malgun Gothic"/>
              </a:defRPr>
            </a:lvl2pPr>
            <a:lvl3pPr>
              <a:defRPr sz="3150" b="1">
                <a:solidFill>
                  <a:srgbClr val="102640"/>
                </a:solidFill>
                <a:latin typeface="Malgun Gothic"/>
                <a:ea typeface="Malgun Gothic"/>
                <a:cs typeface="Malgun Gothic"/>
              </a:defRPr>
            </a:lvl3pPr>
            <a:lvl4pPr>
              <a:defRPr sz="3150" b="1">
                <a:solidFill>
                  <a:srgbClr val="102640"/>
                </a:solidFill>
                <a:latin typeface="Malgun Gothic"/>
                <a:ea typeface="Malgun Gothic"/>
                <a:cs typeface="Malgun Gothic"/>
              </a:defRPr>
            </a:lvl4pPr>
            <a:lvl5pPr>
              <a:defRPr sz="3150" b="1">
                <a:solidFill>
                  <a:srgbClr val="102640"/>
                </a:solidFill>
                <a:latin typeface="Malgun Gothic"/>
                <a:ea typeface="Malgun Gothic"/>
                <a:cs typeface="Malgun Gothic"/>
              </a:defRPr>
            </a:lvl5pPr>
            <a:lvl6pPr>
              <a:defRPr sz="3150" b="1">
                <a:solidFill>
                  <a:srgbClr val="102640"/>
                </a:solidFill>
                <a:latin typeface="Malgun Gothic"/>
                <a:ea typeface="Malgun Gothic"/>
                <a:cs typeface="Malgun Gothic"/>
              </a:defRPr>
            </a:lvl6pPr>
            <a:lvl7pPr>
              <a:defRPr sz="3150" b="1">
                <a:solidFill>
                  <a:srgbClr val="102640"/>
                </a:solidFill>
                <a:latin typeface="Malgun Gothic"/>
                <a:ea typeface="Malgun Gothic"/>
                <a:cs typeface="Malgun Gothic"/>
              </a:defRPr>
            </a:lvl7pPr>
            <a:lvl8pPr>
              <a:defRPr sz="3150" b="1">
                <a:solidFill>
                  <a:srgbClr val="102640"/>
                </a:solidFill>
                <a:latin typeface="Malgun Gothic"/>
                <a:ea typeface="Malgun Gothic"/>
                <a:cs typeface="Malgun Gothic"/>
              </a:defRPr>
            </a:lvl8pPr>
            <a:lvl9pPr>
              <a:defRPr sz="3150" b="1">
                <a:solidFill>
                  <a:srgbClr val="102640"/>
                </a:solidFill>
                <a:latin typeface="Malgun Gothic"/>
                <a:ea typeface="Malgun Gothic"/>
                <a:cs typeface="Malgun Gothic"/>
              </a:defRPr>
            </a:lvl9pPr>
          </a:lstStyle>
          <a:p xmlns:a="http://schemas.openxmlformats.org/drawingml/2006/main">
            <a:pPr>
              <a:defRPr sz="3150" b="1">
                <a:solidFill>
                  <a:srgbClr val="102640"/>
                </a:solidFill>
                <a:latin typeface="Malgun Gothic"/>
                <a:ea typeface="Malgun Gothic"/>
                <a:cs typeface="Malgun Gothic"/>
              </a:defRPr>
            </a:pPr>
            <a:r>
              <a:rPr sz="3150" b="1">
                <a:solidFill>
                  <a:srgbClr val="102640"/>
                </a:solidFill>
                <a:latin typeface="Malgun Gothic"/>
                <a:ea typeface="Malgun Gothic"/>
                <a:cs typeface="Malgun Gothic"/>
              </a:rPr>
              <a:t>검색과 목록 정렬</a:t>
            </a:r>
          </a:p>
        </p:txBody>
      </p:sp>
      <p:sp>
        <p:nvSpPr>
          <p:cNvPr id="3" name="">
            <a:extLst xmlns:a="http://schemas.openxmlformats.org/drawingml/2006/main">
              <a:ext uri="{FF2B5EF4-FFF2-40B4-BE49-F238E27FC236}">
                <a16:creationId xmlns:a16="http://schemas.microsoft.com/office/drawing/2014/main" id="{907F8AE2-D07A-40A2-90E4-4F7BA4A29A83}"/>
              </a:ext>
            </a:extLst>
          </p:cNvPr>
          <p:cNvSpPr>
            <a:spLocks xmlns:a="http://schemas.openxmlformats.org/drawingml/2006/main" noGrp="1"/>
          </p:cNvSpPr>
          <p:nvPr/>
        </p:nvSpPr>
        <p:spPr>
          <a:xfrm xmlns:a="http://schemas.openxmlformats.org/drawingml/2006/main">
            <a:off x="628650" y="1152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0866B"/>
                </a:solidFill>
                <a:latin typeface="Malgun Gothic"/>
                <a:ea typeface="Malgun Gothic"/>
                <a:cs typeface="Malgun Gothic"/>
              </a:defRPr>
            </a:defPPr>
            <a:lvl1pPr>
              <a:defRPr sz="1725" b="0">
                <a:solidFill>
                  <a:srgbClr val="00866B"/>
                </a:solidFill>
                <a:latin typeface="Malgun Gothic"/>
                <a:ea typeface="Malgun Gothic"/>
                <a:cs typeface="Malgun Gothic"/>
              </a:defRPr>
            </a:lvl1pPr>
            <a:lvl2pPr>
              <a:defRPr sz="1725" b="0">
                <a:solidFill>
                  <a:srgbClr val="00866B"/>
                </a:solidFill>
                <a:latin typeface="Malgun Gothic"/>
                <a:ea typeface="Malgun Gothic"/>
                <a:cs typeface="Malgun Gothic"/>
              </a:defRPr>
            </a:lvl2pPr>
            <a:lvl3pPr>
              <a:defRPr sz="1725" b="0">
                <a:solidFill>
                  <a:srgbClr val="00866B"/>
                </a:solidFill>
                <a:latin typeface="Malgun Gothic"/>
                <a:ea typeface="Malgun Gothic"/>
                <a:cs typeface="Malgun Gothic"/>
              </a:defRPr>
            </a:lvl3pPr>
            <a:lvl4pPr>
              <a:defRPr sz="1725" b="0">
                <a:solidFill>
                  <a:srgbClr val="00866B"/>
                </a:solidFill>
                <a:latin typeface="Malgun Gothic"/>
                <a:ea typeface="Malgun Gothic"/>
                <a:cs typeface="Malgun Gothic"/>
              </a:defRPr>
            </a:lvl4pPr>
            <a:lvl5pPr>
              <a:defRPr sz="1725" b="0">
                <a:solidFill>
                  <a:srgbClr val="00866B"/>
                </a:solidFill>
                <a:latin typeface="Malgun Gothic"/>
                <a:ea typeface="Malgun Gothic"/>
                <a:cs typeface="Malgun Gothic"/>
              </a:defRPr>
            </a:lvl5pPr>
            <a:lvl6pPr>
              <a:defRPr sz="1725" b="0">
                <a:solidFill>
                  <a:srgbClr val="00866B"/>
                </a:solidFill>
                <a:latin typeface="Malgun Gothic"/>
                <a:ea typeface="Malgun Gothic"/>
                <a:cs typeface="Malgun Gothic"/>
              </a:defRPr>
            </a:lvl6pPr>
            <a:lvl7pPr>
              <a:defRPr sz="1725" b="0">
                <a:solidFill>
                  <a:srgbClr val="00866B"/>
                </a:solidFill>
                <a:latin typeface="Malgun Gothic"/>
                <a:ea typeface="Malgun Gothic"/>
                <a:cs typeface="Malgun Gothic"/>
              </a:defRPr>
            </a:lvl7pPr>
            <a:lvl8pPr>
              <a:defRPr sz="1725" b="0">
                <a:solidFill>
                  <a:srgbClr val="00866B"/>
                </a:solidFill>
                <a:latin typeface="Malgun Gothic"/>
                <a:ea typeface="Malgun Gothic"/>
                <a:cs typeface="Malgun Gothic"/>
              </a:defRPr>
            </a:lvl8pPr>
            <a:lvl9pPr>
              <a:defRPr sz="1725" b="0">
                <a:solidFill>
                  <a:srgbClr val="00866B"/>
                </a:solidFill>
                <a:latin typeface="Malgun Gothic"/>
                <a:ea typeface="Malgun Gothic"/>
                <a:cs typeface="Malgun Gothic"/>
              </a:defRPr>
            </a:lvl9pPr>
          </a:lstStyle>
          <a:p xmlns:a="http://schemas.openxmlformats.org/drawingml/2006/main">
            <a:pPr>
              <a:defRPr sz="1725" b="0">
                <a:solidFill>
                  <a:srgbClr val="00866B"/>
                </a:solidFill>
                <a:latin typeface="Malgun Gothic"/>
                <a:ea typeface="Malgun Gothic"/>
                <a:cs typeface="Malgun Gothic"/>
              </a:defRPr>
            </a:pPr>
            <a:r>
              <a:rPr sz="1725" b="0">
                <a:solidFill>
                  <a:srgbClr val="00866B"/>
                </a:solidFill>
                <a:latin typeface="Malgun Gothic"/>
                <a:ea typeface="Malgun Gothic"/>
                <a:cs typeface="Malgun Gothic"/>
              </a:rPr>
              <a:t>이름·주소·그룹 경로로 필요한 태그를 찾습니다</a:t>
            </a:r>
          </a:p>
        </p:txBody>
      </p:sp>
      <p:sp>
        <p:nvSpPr>
          <p:cNvPr id="4" name="">
            <a:extLst xmlns:a="http://schemas.openxmlformats.org/drawingml/2006/main">
              <a:ext uri="{FF2B5EF4-FFF2-40B4-BE49-F238E27FC236}">
                <a16:creationId xmlns:a16="http://schemas.microsoft.com/office/drawing/2014/main" id="{38E35293-C55A-4CA3-A14C-F266F4E21695}"/>
              </a:ext>
            </a:extLst>
          </p:cNvPr>
          <p:cNvSpPr>
            <a:spLocks xmlns:a="http://schemas.openxmlformats.org/drawingml/2006/main" noGrp="1"/>
          </p:cNvSpPr>
          <p:nvPr/>
        </p:nvSpPr>
        <p:spPr>
          <a:xfrm xmlns:a="http://schemas.openxmlformats.org/drawingml/2006/main">
            <a:off x="628650" y="20097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필요할 때 펼치는 검색</a:t>
            </a:r>
          </a:p>
        </p:txBody>
      </p:sp>
      <p:sp>
        <p:nvSpPr>
          <p:cNvPr id="5" name="">
            <a:extLst xmlns:a="http://schemas.openxmlformats.org/drawingml/2006/main">
              <a:ext uri="{FF2B5EF4-FFF2-40B4-BE49-F238E27FC236}">
                <a16:creationId xmlns:a16="http://schemas.microsoft.com/office/drawing/2014/main" id="{AD74A7A4-BFF9-4A76-A246-D06D5C65FF1B}"/>
              </a:ext>
            </a:extLst>
          </p:cNvPr>
          <p:cNvSpPr>
            <a:spLocks xmlns:a="http://schemas.openxmlformats.org/drawingml/2006/main" noGrp="1"/>
          </p:cNvSpPr>
          <p:nvPr/>
        </p:nvSpPr>
        <p:spPr>
          <a:xfrm xmlns:a="http://schemas.openxmlformats.org/drawingml/2006/main">
            <a:off x="628650" y="24765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검색·필터 영역은 기본적으로 접혀 있습니다.</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접어도 입력한 검색 조건은 유지됩니다.</a:t>
            </a:r>
          </a:p>
        </p:txBody>
      </p:sp>
      <p:sp>
        <p:nvSpPr>
          <p:cNvPr id="6" name="">
            <a:extLst xmlns:a="http://schemas.openxmlformats.org/drawingml/2006/main">
              <a:ext uri="{FF2B5EF4-FFF2-40B4-BE49-F238E27FC236}">
                <a16:creationId xmlns:a16="http://schemas.microsoft.com/office/drawing/2014/main" id="{80E71C98-A561-433F-BF05-DBB16A2420B6}"/>
              </a:ext>
            </a:extLst>
          </p:cNvPr>
          <p:cNvSpPr>
            <a:spLocks xmlns:a="http://schemas.openxmlformats.org/drawingml/2006/main" noGrp="1"/>
          </p:cNvSpPr>
          <p:nvPr/>
        </p:nvSpPr>
        <p:spPr>
          <a:xfrm xmlns:a="http://schemas.openxmlformats.org/drawingml/2006/main">
            <a:off x="628650" y="38100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설비와 작업에 맞는 보기</a:t>
            </a:r>
          </a:p>
        </p:txBody>
      </p:sp>
      <p:sp>
        <p:nvSpPr>
          <p:cNvPr id="7" name="">
            <a:extLst xmlns:a="http://schemas.openxmlformats.org/drawingml/2006/main">
              <a:ext uri="{FF2B5EF4-FFF2-40B4-BE49-F238E27FC236}">
                <a16:creationId xmlns:a16="http://schemas.microsoft.com/office/drawing/2014/main" id="{C49E7150-3686-4A67-8CAD-C5F145D76B56}"/>
              </a:ext>
            </a:extLst>
          </p:cNvPr>
          <p:cNvSpPr>
            <a:spLocks xmlns:a="http://schemas.openxmlformats.org/drawingml/2006/main" noGrp="1"/>
          </p:cNvSpPr>
          <p:nvPr/>
        </p:nvSpPr>
        <p:spPr>
          <a:xfrm xmlns:a="http://schemas.openxmlformats.org/drawingml/2006/main">
            <a:off x="628650" y="4276725"/>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디바이스와 그룹 경로로 목록을 좁히고</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이름·주소·장치·등록 순서로 정렬합니다.</a:t>
            </a:r>
          </a:p>
        </p:txBody>
      </p:sp>
      <p:pic>
        <p:nvPicPr>
          <p:cNvPr id="8" name="">
            <a:extLst xmlns:a="http://schemas.openxmlformats.org/drawingml/2006/main">
              <a:ext uri="{FF2B5EF4-FFF2-40B4-BE49-F238E27FC236}">
                <a16:creationId xmlns:a16="http://schemas.microsoft.com/office/drawing/2014/main" id="{A90EB5B2-3CE6-43A9-8A59-4261FE41B68D}"/>
              </a:ext>
            </a:extLst>
          </p:cNvPr>
          <p:cNvPicPr>
            <a:picLocks xmlns:a="http://schemas.openxmlformats.org/drawingml/2006/main" noChangeAspect="1"/>
          </p:cNvPicPr>
          <p:nvPr/>
        </p:nvPicPr>
        <p:blipFill>
          <a:blip xmlns:r="http://schemas.openxmlformats.org/officeDocument/2006/relationships" xmlns:a="http://schemas.openxmlformats.org/drawingml/2006/main" r:embed="R83eb954a6d2c4568"/>
          <a:stretch xmlns:a="http://schemas.openxmlformats.org/drawingml/2006/main"/>
        </p:blipFill>
        <p:spPr>
          <a:xfrm xmlns:a="http://schemas.openxmlformats.org/drawingml/2006/main">
            <a:off x="8574286" y="1714500"/>
            <a:ext cx="2453878" cy="4362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D9B11F5-634D-4A7C-B2BC-1A4F05A29346}"/>
              </a:ext>
            </a:extLst>
          </p:cNvPr>
          <p:cNvSpPr>
            <a:spLocks xmlns:a="http://schemas.openxmlformats.org/drawingml/2006/main" noGrp="1"/>
          </p:cNvSpPr>
          <p:nvPr/>
        </p:nvSpPr>
        <p:spPr>
          <a:xfrm xmlns:a="http://schemas.openxmlformats.org/drawingml/2006/main">
            <a:off x="8239125" y="60960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그룹 경로 검색 예시</a:t>
            </a:r>
          </a:p>
        </p:txBody>
      </p:sp>
    </p:spTree>
    <p:extLst>
      <p:ext uri="{BB962C8B-B14F-4D97-AF65-F5344CB8AC3E}">
        <p14:creationId xmlns:p14="http://schemas.microsoft.com/office/powerpoint/2010/main" val="10027073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93538B0-F609-4789-AFF8-C9988ECB887B}"/>
              </a:ext>
            </a:extLst>
          </p:cNvPr>
          <p:cNvSpPr>
            <a:spLocks xmlns:a="http://schemas.openxmlformats.org/drawingml/2006/main" noGrp="1"/>
          </p:cNvSpPr>
          <p:nvPr/>
        </p:nvSpPr>
        <p:spPr>
          <a:xfrm xmlns:a="http://schemas.openxmlformats.org/drawingml/2006/main">
            <a:off x="1133475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07</a:t>
            </a:r>
          </a:p>
        </p:txBody>
      </p:sp>
      <p:sp>
        <p:nvSpPr>
          <p:cNvPr id="2" name="">
            <a:extLst xmlns:a="http://schemas.openxmlformats.org/drawingml/2006/main">
              <a:ext uri="{FF2B5EF4-FFF2-40B4-BE49-F238E27FC236}">
                <a16:creationId xmlns:a16="http://schemas.microsoft.com/office/drawing/2014/main" id="{9E73DF01-7F1E-4F8C-BF8A-8238177BFD67}"/>
              </a:ext>
            </a:extLst>
          </p:cNvPr>
          <p:cNvSpPr>
            <a:spLocks xmlns:a="http://schemas.openxmlformats.org/drawingml/2006/main" noGrp="1"/>
          </p:cNvSpPr>
          <p:nvPr/>
        </p:nvSpPr>
        <p:spPr>
          <a:xfrm xmlns:a="http://schemas.openxmlformats.org/drawingml/2006/main">
            <a:off x="609600" y="4572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02640"/>
                </a:solidFill>
                <a:latin typeface="Malgun Gothic"/>
                <a:ea typeface="Malgun Gothic"/>
                <a:cs typeface="Malgun Gothic"/>
              </a:defRPr>
            </a:defPPr>
            <a:lvl1pPr>
              <a:defRPr sz="3150" b="1">
                <a:solidFill>
                  <a:srgbClr val="102640"/>
                </a:solidFill>
                <a:latin typeface="Malgun Gothic"/>
                <a:ea typeface="Malgun Gothic"/>
                <a:cs typeface="Malgun Gothic"/>
              </a:defRPr>
            </a:lvl1pPr>
            <a:lvl2pPr>
              <a:defRPr sz="3150" b="1">
                <a:solidFill>
                  <a:srgbClr val="102640"/>
                </a:solidFill>
                <a:latin typeface="Malgun Gothic"/>
                <a:ea typeface="Malgun Gothic"/>
                <a:cs typeface="Malgun Gothic"/>
              </a:defRPr>
            </a:lvl2pPr>
            <a:lvl3pPr>
              <a:defRPr sz="3150" b="1">
                <a:solidFill>
                  <a:srgbClr val="102640"/>
                </a:solidFill>
                <a:latin typeface="Malgun Gothic"/>
                <a:ea typeface="Malgun Gothic"/>
                <a:cs typeface="Malgun Gothic"/>
              </a:defRPr>
            </a:lvl3pPr>
            <a:lvl4pPr>
              <a:defRPr sz="3150" b="1">
                <a:solidFill>
                  <a:srgbClr val="102640"/>
                </a:solidFill>
                <a:latin typeface="Malgun Gothic"/>
                <a:ea typeface="Malgun Gothic"/>
                <a:cs typeface="Malgun Gothic"/>
              </a:defRPr>
            </a:lvl4pPr>
            <a:lvl5pPr>
              <a:defRPr sz="3150" b="1">
                <a:solidFill>
                  <a:srgbClr val="102640"/>
                </a:solidFill>
                <a:latin typeface="Malgun Gothic"/>
                <a:ea typeface="Malgun Gothic"/>
                <a:cs typeface="Malgun Gothic"/>
              </a:defRPr>
            </a:lvl5pPr>
            <a:lvl6pPr>
              <a:defRPr sz="3150" b="1">
                <a:solidFill>
                  <a:srgbClr val="102640"/>
                </a:solidFill>
                <a:latin typeface="Malgun Gothic"/>
                <a:ea typeface="Malgun Gothic"/>
                <a:cs typeface="Malgun Gothic"/>
              </a:defRPr>
            </a:lvl6pPr>
            <a:lvl7pPr>
              <a:defRPr sz="3150" b="1">
                <a:solidFill>
                  <a:srgbClr val="102640"/>
                </a:solidFill>
                <a:latin typeface="Malgun Gothic"/>
                <a:ea typeface="Malgun Gothic"/>
                <a:cs typeface="Malgun Gothic"/>
              </a:defRPr>
            </a:lvl7pPr>
            <a:lvl8pPr>
              <a:defRPr sz="3150" b="1">
                <a:solidFill>
                  <a:srgbClr val="102640"/>
                </a:solidFill>
                <a:latin typeface="Malgun Gothic"/>
                <a:ea typeface="Malgun Gothic"/>
                <a:cs typeface="Malgun Gothic"/>
              </a:defRPr>
            </a:lvl8pPr>
            <a:lvl9pPr>
              <a:defRPr sz="3150" b="1">
                <a:solidFill>
                  <a:srgbClr val="102640"/>
                </a:solidFill>
                <a:latin typeface="Malgun Gothic"/>
                <a:ea typeface="Malgun Gothic"/>
                <a:cs typeface="Malgun Gothic"/>
              </a:defRPr>
            </a:lvl9pPr>
          </a:lstStyle>
          <a:p xmlns:a="http://schemas.openxmlformats.org/drawingml/2006/main">
            <a:pPr>
              <a:defRPr sz="3150" b="1">
                <a:solidFill>
                  <a:srgbClr val="102640"/>
                </a:solidFill>
                <a:latin typeface="Malgun Gothic"/>
                <a:ea typeface="Malgun Gothic"/>
                <a:cs typeface="Malgun Gothic"/>
              </a:defRPr>
            </a:pPr>
            <a:r>
              <a:rPr sz="3150" b="1">
                <a:solidFill>
                  <a:srgbClr val="102640"/>
                </a:solidFill>
                <a:latin typeface="Malgun Gothic"/>
                <a:ea typeface="Malgun Gothic"/>
                <a:cs typeface="Malgun Gothic"/>
              </a:rPr>
              <a:t>현재 값 모니터링</a:t>
            </a:r>
          </a:p>
        </p:txBody>
      </p:sp>
      <p:sp>
        <p:nvSpPr>
          <p:cNvPr id="3" name="">
            <a:extLst xmlns:a="http://schemas.openxmlformats.org/drawingml/2006/main">
              <a:ext uri="{FF2B5EF4-FFF2-40B4-BE49-F238E27FC236}">
                <a16:creationId xmlns:a16="http://schemas.microsoft.com/office/drawing/2014/main" id="{0E760FDE-B5DB-4A9B-9527-9DB6897A8DBD}"/>
              </a:ext>
            </a:extLst>
          </p:cNvPr>
          <p:cNvSpPr>
            <a:spLocks xmlns:a="http://schemas.openxmlformats.org/drawingml/2006/main" noGrp="1"/>
          </p:cNvSpPr>
          <p:nvPr/>
        </p:nvSpPr>
        <p:spPr>
          <a:xfrm xmlns:a="http://schemas.openxmlformats.org/drawingml/2006/main">
            <a:off x="628650" y="1152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0866B"/>
                </a:solidFill>
                <a:latin typeface="Malgun Gothic"/>
                <a:ea typeface="Malgun Gothic"/>
                <a:cs typeface="Malgun Gothic"/>
              </a:defRPr>
            </a:defPPr>
            <a:lvl1pPr>
              <a:defRPr sz="1725" b="0">
                <a:solidFill>
                  <a:srgbClr val="00866B"/>
                </a:solidFill>
                <a:latin typeface="Malgun Gothic"/>
                <a:ea typeface="Malgun Gothic"/>
                <a:cs typeface="Malgun Gothic"/>
              </a:defRPr>
            </a:lvl1pPr>
            <a:lvl2pPr>
              <a:defRPr sz="1725" b="0">
                <a:solidFill>
                  <a:srgbClr val="00866B"/>
                </a:solidFill>
                <a:latin typeface="Malgun Gothic"/>
                <a:ea typeface="Malgun Gothic"/>
                <a:cs typeface="Malgun Gothic"/>
              </a:defRPr>
            </a:lvl2pPr>
            <a:lvl3pPr>
              <a:defRPr sz="1725" b="0">
                <a:solidFill>
                  <a:srgbClr val="00866B"/>
                </a:solidFill>
                <a:latin typeface="Malgun Gothic"/>
                <a:ea typeface="Malgun Gothic"/>
                <a:cs typeface="Malgun Gothic"/>
              </a:defRPr>
            </a:lvl3pPr>
            <a:lvl4pPr>
              <a:defRPr sz="1725" b="0">
                <a:solidFill>
                  <a:srgbClr val="00866B"/>
                </a:solidFill>
                <a:latin typeface="Malgun Gothic"/>
                <a:ea typeface="Malgun Gothic"/>
                <a:cs typeface="Malgun Gothic"/>
              </a:defRPr>
            </a:lvl4pPr>
            <a:lvl5pPr>
              <a:defRPr sz="1725" b="0">
                <a:solidFill>
                  <a:srgbClr val="00866B"/>
                </a:solidFill>
                <a:latin typeface="Malgun Gothic"/>
                <a:ea typeface="Malgun Gothic"/>
                <a:cs typeface="Malgun Gothic"/>
              </a:defRPr>
            </a:lvl5pPr>
            <a:lvl6pPr>
              <a:defRPr sz="1725" b="0">
                <a:solidFill>
                  <a:srgbClr val="00866B"/>
                </a:solidFill>
                <a:latin typeface="Malgun Gothic"/>
                <a:ea typeface="Malgun Gothic"/>
                <a:cs typeface="Malgun Gothic"/>
              </a:defRPr>
            </a:lvl6pPr>
            <a:lvl7pPr>
              <a:defRPr sz="1725" b="0">
                <a:solidFill>
                  <a:srgbClr val="00866B"/>
                </a:solidFill>
                <a:latin typeface="Malgun Gothic"/>
                <a:ea typeface="Malgun Gothic"/>
                <a:cs typeface="Malgun Gothic"/>
              </a:defRPr>
            </a:lvl7pPr>
            <a:lvl8pPr>
              <a:defRPr sz="1725" b="0">
                <a:solidFill>
                  <a:srgbClr val="00866B"/>
                </a:solidFill>
                <a:latin typeface="Malgun Gothic"/>
                <a:ea typeface="Malgun Gothic"/>
                <a:cs typeface="Malgun Gothic"/>
              </a:defRPr>
            </a:lvl8pPr>
            <a:lvl9pPr>
              <a:defRPr sz="1725" b="0">
                <a:solidFill>
                  <a:srgbClr val="00866B"/>
                </a:solidFill>
                <a:latin typeface="Malgun Gothic"/>
                <a:ea typeface="Malgun Gothic"/>
                <a:cs typeface="Malgun Gothic"/>
              </a:defRPr>
            </a:lvl9pPr>
          </a:lstStyle>
          <a:p xmlns:a="http://schemas.openxmlformats.org/drawingml/2006/main">
            <a:pPr>
              <a:defRPr sz="1725" b="0">
                <a:solidFill>
                  <a:srgbClr val="00866B"/>
                </a:solidFill>
                <a:latin typeface="Malgun Gothic"/>
                <a:ea typeface="Malgun Gothic"/>
                <a:cs typeface="Malgun Gothic"/>
              </a:defRPr>
            </a:pPr>
            <a:r>
              <a:rPr sz="1725" b="0">
                <a:solidFill>
                  <a:srgbClr val="00866B"/>
                </a:solidFill>
                <a:latin typeface="Malgun Gothic"/>
                <a:ea typeface="Malgun Gothic"/>
                <a:cs typeface="Malgun Gothic"/>
              </a:rPr>
              <a:t>태그 이름과 값을 읽기 쉽게 표시합니다</a:t>
            </a:r>
          </a:p>
        </p:txBody>
      </p:sp>
      <p:sp>
        <p:nvSpPr>
          <p:cNvPr id="4" name="">
            <a:extLst xmlns:a="http://schemas.openxmlformats.org/drawingml/2006/main">
              <a:ext uri="{FF2B5EF4-FFF2-40B4-BE49-F238E27FC236}">
                <a16:creationId xmlns:a16="http://schemas.microsoft.com/office/drawing/2014/main" id="{FA5B00BF-7CCF-4D9D-862A-6FAED97FEB57}"/>
              </a:ext>
            </a:extLst>
          </p:cNvPr>
          <p:cNvSpPr>
            <a:spLocks xmlns:a="http://schemas.openxmlformats.org/drawingml/2006/main" noGrp="1"/>
          </p:cNvSpPr>
          <p:nvPr/>
        </p:nvSpPr>
        <p:spPr>
          <a:xfrm xmlns:a="http://schemas.openxmlformats.org/drawingml/2006/main">
            <a:off x="628650" y="19812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값과 품질 확인</a:t>
            </a:r>
          </a:p>
        </p:txBody>
      </p:sp>
      <p:sp>
        <p:nvSpPr>
          <p:cNvPr id="5" name="">
            <a:extLst xmlns:a="http://schemas.openxmlformats.org/drawingml/2006/main">
              <a:ext uri="{FF2B5EF4-FFF2-40B4-BE49-F238E27FC236}">
                <a16:creationId xmlns:a16="http://schemas.microsoft.com/office/drawing/2014/main" id="{4FA322A0-3DAD-47EA-8D94-5D5E1A07CE35}"/>
              </a:ext>
            </a:extLst>
          </p:cNvPr>
          <p:cNvSpPr>
            <a:spLocks xmlns:a="http://schemas.openxmlformats.org/drawingml/2006/main" noGrp="1"/>
          </p:cNvSpPr>
          <p:nvPr/>
        </p:nvSpPr>
        <p:spPr>
          <a:xfrm xmlns:a="http://schemas.openxmlformats.org/drawingml/2006/main">
            <a:off x="628650" y="2447925"/>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수집 중인 값과 정상·오류 상태를</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같은 목록에서 확인합니다.</a:t>
            </a:r>
          </a:p>
        </p:txBody>
      </p:sp>
      <p:sp>
        <p:nvSpPr>
          <p:cNvPr id="6" name="">
            <a:extLst xmlns:a="http://schemas.openxmlformats.org/drawingml/2006/main">
              <a:ext uri="{FF2B5EF4-FFF2-40B4-BE49-F238E27FC236}">
                <a16:creationId xmlns:a16="http://schemas.microsoft.com/office/drawing/2014/main" id="{B0513FB1-AAAA-4675-A946-DF186BE97785}"/>
              </a:ext>
            </a:extLst>
          </p:cNvPr>
          <p:cNvSpPr>
            <a:spLocks xmlns:a="http://schemas.openxmlformats.org/drawingml/2006/main" noGrp="1"/>
          </p:cNvSpPr>
          <p:nvPr/>
        </p:nvSpPr>
        <p:spPr>
          <a:xfrm xmlns:a="http://schemas.openxmlformats.org/drawingml/2006/main">
            <a:off x="628650" y="38004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터치하기 쉬운 수집 제어</a:t>
            </a:r>
          </a:p>
        </p:txBody>
      </p:sp>
      <p:sp>
        <p:nvSpPr>
          <p:cNvPr id="7" name="">
            <a:extLst xmlns:a="http://schemas.openxmlformats.org/drawingml/2006/main">
              <a:ext uri="{FF2B5EF4-FFF2-40B4-BE49-F238E27FC236}">
                <a16:creationId xmlns:a16="http://schemas.microsoft.com/office/drawing/2014/main" id="{408011A9-D889-44FC-B020-3497C643DC45}"/>
              </a:ext>
            </a:extLst>
          </p:cNvPr>
          <p:cNvSpPr>
            <a:spLocks xmlns:a="http://schemas.openxmlformats.org/drawingml/2006/main" noGrp="1"/>
          </p:cNvSpPr>
          <p:nvPr/>
        </p:nvSpPr>
        <p:spPr>
          <a:xfrm xmlns:a="http://schemas.openxmlformats.org/drawingml/2006/main">
            <a:off x="628650" y="42672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큰 시작/정지 전환 버튼과 새로고침을</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화면 상단 중앙에 배치했습니다.</a:t>
            </a:r>
          </a:p>
        </p:txBody>
      </p:sp>
      <p:pic>
        <p:nvPicPr>
          <p:cNvPr id="8" name="">
            <a:extLst xmlns:a="http://schemas.openxmlformats.org/drawingml/2006/main">
              <a:ext uri="{FF2B5EF4-FFF2-40B4-BE49-F238E27FC236}">
                <a16:creationId xmlns:a16="http://schemas.microsoft.com/office/drawing/2014/main" id="{E9865DA7-10C5-41A8-B4C8-B5F6F6B71E20}"/>
              </a:ext>
            </a:extLst>
          </p:cNvPr>
          <p:cNvPicPr>
            <a:picLocks xmlns:a="http://schemas.openxmlformats.org/drawingml/2006/main" noChangeAspect="1"/>
          </p:cNvPicPr>
          <p:nvPr/>
        </p:nvPicPr>
        <p:blipFill>
          <a:blip xmlns:r="http://schemas.openxmlformats.org/officeDocument/2006/relationships" xmlns:a="http://schemas.openxmlformats.org/drawingml/2006/main" r:embed="R4fe89fbdc2714422"/>
          <a:stretch xmlns:a="http://schemas.openxmlformats.org/drawingml/2006/main"/>
        </p:blipFill>
        <p:spPr>
          <a:xfrm xmlns:a="http://schemas.openxmlformats.org/drawingml/2006/main">
            <a:off x="8574286" y="1714500"/>
            <a:ext cx="2453878" cy="4362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4D123F7-4C1B-4BA5-B63B-94BA9729651C}"/>
              </a:ext>
            </a:extLst>
          </p:cNvPr>
          <p:cNvSpPr>
            <a:spLocks xmlns:a="http://schemas.openxmlformats.org/drawingml/2006/main" noGrp="1"/>
          </p:cNvSpPr>
          <p:nvPr/>
        </p:nvSpPr>
        <p:spPr>
          <a:xfrm xmlns:a="http://schemas.openxmlformats.org/drawingml/2006/main">
            <a:off x="8239125" y="60960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실제 앱 화면 · 시뮬레이터 값</a:t>
            </a:r>
          </a:p>
        </p:txBody>
      </p:sp>
    </p:spTree>
    <p:extLst>
      <p:ext uri="{BB962C8B-B14F-4D97-AF65-F5344CB8AC3E}">
        <p14:creationId xmlns:p14="http://schemas.microsoft.com/office/powerpoint/2010/main" val="656884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A32C071-F500-4043-AE12-6D2C365CBA78}"/>
              </a:ext>
            </a:extLst>
          </p:cNvPr>
          <p:cNvSpPr>
            <a:spLocks xmlns:a="http://schemas.openxmlformats.org/drawingml/2006/main" noGrp="1"/>
          </p:cNvSpPr>
          <p:nvPr/>
        </p:nvSpPr>
        <p:spPr>
          <a:xfrm xmlns:a="http://schemas.openxmlformats.org/drawingml/2006/main">
            <a:off x="1133475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08</a:t>
            </a:r>
          </a:p>
        </p:txBody>
      </p:sp>
      <p:sp>
        <p:nvSpPr>
          <p:cNvPr id="2" name="">
            <a:extLst xmlns:a="http://schemas.openxmlformats.org/drawingml/2006/main">
              <a:ext uri="{FF2B5EF4-FFF2-40B4-BE49-F238E27FC236}">
                <a16:creationId xmlns:a16="http://schemas.microsoft.com/office/drawing/2014/main" id="{227924FC-C763-4C6F-B044-09263DAF1AD9}"/>
              </a:ext>
            </a:extLst>
          </p:cNvPr>
          <p:cNvSpPr>
            <a:spLocks xmlns:a="http://schemas.openxmlformats.org/drawingml/2006/main" noGrp="1"/>
          </p:cNvSpPr>
          <p:nvPr/>
        </p:nvSpPr>
        <p:spPr>
          <a:xfrm xmlns:a="http://schemas.openxmlformats.org/drawingml/2006/main">
            <a:off x="609600" y="4572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02640"/>
                </a:solidFill>
                <a:latin typeface="Malgun Gothic"/>
                <a:ea typeface="Malgun Gothic"/>
                <a:cs typeface="Malgun Gothic"/>
              </a:defRPr>
            </a:defPPr>
            <a:lvl1pPr>
              <a:defRPr sz="3150" b="1">
                <a:solidFill>
                  <a:srgbClr val="102640"/>
                </a:solidFill>
                <a:latin typeface="Malgun Gothic"/>
                <a:ea typeface="Malgun Gothic"/>
                <a:cs typeface="Malgun Gothic"/>
              </a:defRPr>
            </a:lvl1pPr>
            <a:lvl2pPr>
              <a:defRPr sz="3150" b="1">
                <a:solidFill>
                  <a:srgbClr val="102640"/>
                </a:solidFill>
                <a:latin typeface="Malgun Gothic"/>
                <a:ea typeface="Malgun Gothic"/>
                <a:cs typeface="Malgun Gothic"/>
              </a:defRPr>
            </a:lvl2pPr>
            <a:lvl3pPr>
              <a:defRPr sz="3150" b="1">
                <a:solidFill>
                  <a:srgbClr val="102640"/>
                </a:solidFill>
                <a:latin typeface="Malgun Gothic"/>
                <a:ea typeface="Malgun Gothic"/>
                <a:cs typeface="Malgun Gothic"/>
              </a:defRPr>
            </a:lvl3pPr>
            <a:lvl4pPr>
              <a:defRPr sz="3150" b="1">
                <a:solidFill>
                  <a:srgbClr val="102640"/>
                </a:solidFill>
                <a:latin typeface="Malgun Gothic"/>
                <a:ea typeface="Malgun Gothic"/>
                <a:cs typeface="Malgun Gothic"/>
              </a:defRPr>
            </a:lvl4pPr>
            <a:lvl5pPr>
              <a:defRPr sz="3150" b="1">
                <a:solidFill>
                  <a:srgbClr val="102640"/>
                </a:solidFill>
                <a:latin typeface="Malgun Gothic"/>
                <a:ea typeface="Malgun Gothic"/>
                <a:cs typeface="Malgun Gothic"/>
              </a:defRPr>
            </a:lvl5pPr>
            <a:lvl6pPr>
              <a:defRPr sz="3150" b="1">
                <a:solidFill>
                  <a:srgbClr val="102640"/>
                </a:solidFill>
                <a:latin typeface="Malgun Gothic"/>
                <a:ea typeface="Malgun Gothic"/>
                <a:cs typeface="Malgun Gothic"/>
              </a:defRPr>
            </a:lvl6pPr>
            <a:lvl7pPr>
              <a:defRPr sz="3150" b="1">
                <a:solidFill>
                  <a:srgbClr val="102640"/>
                </a:solidFill>
                <a:latin typeface="Malgun Gothic"/>
                <a:ea typeface="Malgun Gothic"/>
                <a:cs typeface="Malgun Gothic"/>
              </a:defRPr>
            </a:lvl7pPr>
            <a:lvl8pPr>
              <a:defRPr sz="3150" b="1">
                <a:solidFill>
                  <a:srgbClr val="102640"/>
                </a:solidFill>
                <a:latin typeface="Malgun Gothic"/>
                <a:ea typeface="Malgun Gothic"/>
                <a:cs typeface="Malgun Gothic"/>
              </a:defRPr>
            </a:lvl8pPr>
            <a:lvl9pPr>
              <a:defRPr sz="3150" b="1">
                <a:solidFill>
                  <a:srgbClr val="102640"/>
                </a:solidFill>
                <a:latin typeface="Malgun Gothic"/>
                <a:ea typeface="Malgun Gothic"/>
                <a:cs typeface="Malgun Gothic"/>
              </a:defRPr>
            </a:lvl9pPr>
          </a:lstStyle>
          <a:p xmlns:a="http://schemas.openxmlformats.org/drawingml/2006/main">
            <a:pPr>
              <a:defRPr sz="3150" b="1">
                <a:solidFill>
                  <a:srgbClr val="102640"/>
                </a:solidFill>
                <a:latin typeface="Malgun Gothic"/>
                <a:ea typeface="Malgun Gothic"/>
                <a:cs typeface="Malgun Gothic"/>
              </a:defRPr>
            </a:pPr>
            <a:r>
              <a:rPr sz="3150" b="1">
                <a:solidFill>
                  <a:srgbClr val="102640"/>
                </a:solidFill>
                <a:latin typeface="Malgun Gothic"/>
                <a:ea typeface="Malgun Gothic"/>
                <a:cs typeface="Malgun Gothic"/>
              </a:rPr>
              <a:t>정지와 한 번 읽기</a:t>
            </a:r>
          </a:p>
        </p:txBody>
      </p:sp>
      <p:sp>
        <p:nvSpPr>
          <p:cNvPr id="3" name="">
            <a:extLst xmlns:a="http://schemas.openxmlformats.org/drawingml/2006/main">
              <a:ext uri="{FF2B5EF4-FFF2-40B4-BE49-F238E27FC236}">
                <a16:creationId xmlns:a16="http://schemas.microsoft.com/office/drawing/2014/main" id="{DA79C333-0505-4681-8528-01EF81F959F2}"/>
              </a:ext>
            </a:extLst>
          </p:cNvPr>
          <p:cNvSpPr>
            <a:spLocks xmlns:a="http://schemas.openxmlformats.org/drawingml/2006/main" noGrp="1"/>
          </p:cNvSpPr>
          <p:nvPr/>
        </p:nvSpPr>
        <p:spPr>
          <a:xfrm xmlns:a="http://schemas.openxmlformats.org/drawingml/2006/main">
            <a:off x="628650" y="1152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0866B"/>
                </a:solidFill>
                <a:latin typeface="Malgun Gothic"/>
                <a:ea typeface="Malgun Gothic"/>
                <a:cs typeface="Malgun Gothic"/>
              </a:defRPr>
            </a:defPPr>
            <a:lvl1pPr>
              <a:defRPr sz="1725" b="0">
                <a:solidFill>
                  <a:srgbClr val="00866B"/>
                </a:solidFill>
                <a:latin typeface="Malgun Gothic"/>
                <a:ea typeface="Malgun Gothic"/>
                <a:cs typeface="Malgun Gothic"/>
              </a:defRPr>
            </a:lvl1pPr>
            <a:lvl2pPr>
              <a:defRPr sz="1725" b="0">
                <a:solidFill>
                  <a:srgbClr val="00866B"/>
                </a:solidFill>
                <a:latin typeface="Malgun Gothic"/>
                <a:ea typeface="Malgun Gothic"/>
                <a:cs typeface="Malgun Gothic"/>
              </a:defRPr>
            </a:lvl2pPr>
            <a:lvl3pPr>
              <a:defRPr sz="1725" b="0">
                <a:solidFill>
                  <a:srgbClr val="00866B"/>
                </a:solidFill>
                <a:latin typeface="Malgun Gothic"/>
                <a:ea typeface="Malgun Gothic"/>
                <a:cs typeface="Malgun Gothic"/>
              </a:defRPr>
            </a:lvl3pPr>
            <a:lvl4pPr>
              <a:defRPr sz="1725" b="0">
                <a:solidFill>
                  <a:srgbClr val="00866B"/>
                </a:solidFill>
                <a:latin typeface="Malgun Gothic"/>
                <a:ea typeface="Malgun Gothic"/>
                <a:cs typeface="Malgun Gothic"/>
              </a:defRPr>
            </a:lvl4pPr>
            <a:lvl5pPr>
              <a:defRPr sz="1725" b="0">
                <a:solidFill>
                  <a:srgbClr val="00866B"/>
                </a:solidFill>
                <a:latin typeface="Malgun Gothic"/>
                <a:ea typeface="Malgun Gothic"/>
                <a:cs typeface="Malgun Gothic"/>
              </a:defRPr>
            </a:lvl5pPr>
            <a:lvl6pPr>
              <a:defRPr sz="1725" b="0">
                <a:solidFill>
                  <a:srgbClr val="00866B"/>
                </a:solidFill>
                <a:latin typeface="Malgun Gothic"/>
                <a:ea typeface="Malgun Gothic"/>
                <a:cs typeface="Malgun Gothic"/>
              </a:defRPr>
            </a:lvl6pPr>
            <a:lvl7pPr>
              <a:defRPr sz="1725" b="0">
                <a:solidFill>
                  <a:srgbClr val="00866B"/>
                </a:solidFill>
                <a:latin typeface="Malgun Gothic"/>
                <a:ea typeface="Malgun Gothic"/>
                <a:cs typeface="Malgun Gothic"/>
              </a:defRPr>
            </a:lvl7pPr>
            <a:lvl8pPr>
              <a:defRPr sz="1725" b="0">
                <a:solidFill>
                  <a:srgbClr val="00866B"/>
                </a:solidFill>
                <a:latin typeface="Malgun Gothic"/>
                <a:ea typeface="Malgun Gothic"/>
                <a:cs typeface="Malgun Gothic"/>
              </a:defRPr>
            </a:lvl8pPr>
            <a:lvl9pPr>
              <a:defRPr sz="1725" b="0">
                <a:solidFill>
                  <a:srgbClr val="00866B"/>
                </a:solidFill>
                <a:latin typeface="Malgun Gothic"/>
                <a:ea typeface="Malgun Gothic"/>
                <a:cs typeface="Malgun Gothic"/>
              </a:defRPr>
            </a:lvl9pPr>
          </a:lstStyle>
          <a:p xmlns:a="http://schemas.openxmlformats.org/drawingml/2006/main">
            <a:pPr>
              <a:defRPr sz="1725" b="0">
                <a:solidFill>
                  <a:srgbClr val="00866B"/>
                </a:solidFill>
                <a:latin typeface="Malgun Gothic"/>
                <a:ea typeface="Malgun Gothic"/>
                <a:cs typeface="Malgun Gothic"/>
              </a:defRPr>
            </a:pPr>
            <a:r>
              <a:rPr sz="1725" b="0">
                <a:solidFill>
                  <a:srgbClr val="00866B"/>
                </a:solidFill>
                <a:latin typeface="Malgun Gothic"/>
                <a:ea typeface="Malgun Gothic"/>
                <a:cs typeface="Malgun Gothic"/>
              </a:rPr>
              <a:t>새로고침은 현재 수집 상태에 맞게 동작합니다</a:t>
            </a:r>
          </a:p>
        </p:txBody>
      </p:sp>
      <p:sp>
        <p:nvSpPr>
          <p:cNvPr id="4" name="">
            <a:extLst xmlns:a="http://schemas.openxmlformats.org/drawingml/2006/main">
              <a:ext uri="{FF2B5EF4-FFF2-40B4-BE49-F238E27FC236}">
                <a16:creationId xmlns:a16="http://schemas.microsoft.com/office/drawing/2014/main" id="{693FB7D3-5558-4D38-9BAD-6AC4A0010563}"/>
              </a:ext>
            </a:extLst>
          </p:cNvPr>
          <p:cNvSpPr>
            <a:spLocks xmlns:a="http://schemas.openxmlformats.org/drawingml/2006/main" noGrp="1"/>
          </p:cNvSpPr>
          <p:nvPr/>
        </p:nvSpPr>
        <p:spPr>
          <a:xfrm xmlns:a="http://schemas.openxmlformats.org/drawingml/2006/main">
            <a:off x="628650" y="20097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정지 상태에서 새로고침</a:t>
            </a:r>
          </a:p>
        </p:txBody>
      </p:sp>
      <p:sp>
        <p:nvSpPr>
          <p:cNvPr id="5" name="">
            <a:extLst xmlns:a="http://schemas.openxmlformats.org/drawingml/2006/main">
              <a:ext uri="{FF2B5EF4-FFF2-40B4-BE49-F238E27FC236}">
                <a16:creationId xmlns:a16="http://schemas.microsoft.com/office/drawing/2014/main" id="{20F368AD-932D-4BB4-8066-05016AA99F27}"/>
              </a:ext>
            </a:extLst>
          </p:cNvPr>
          <p:cNvSpPr>
            <a:spLocks xmlns:a="http://schemas.openxmlformats.org/drawingml/2006/main" noGrp="1"/>
          </p:cNvSpPr>
          <p:nvPr/>
        </p:nvSpPr>
        <p:spPr>
          <a:xfrm xmlns:a="http://schemas.openxmlformats.org/drawingml/2006/main">
            <a:off x="628650" y="24765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값을 한 차례 읽고 정지 상태를 유지합니다.</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필요한 순간의 값을 확인할 수 있습니다.</a:t>
            </a:r>
          </a:p>
        </p:txBody>
      </p:sp>
      <p:sp>
        <p:nvSpPr>
          <p:cNvPr id="6" name="">
            <a:extLst xmlns:a="http://schemas.openxmlformats.org/drawingml/2006/main">
              <a:ext uri="{FF2B5EF4-FFF2-40B4-BE49-F238E27FC236}">
                <a16:creationId xmlns:a16="http://schemas.microsoft.com/office/drawing/2014/main" id="{8FE087F0-88BA-4B74-AD74-3D3EF92030A9}"/>
              </a:ext>
            </a:extLst>
          </p:cNvPr>
          <p:cNvSpPr>
            <a:spLocks xmlns:a="http://schemas.openxmlformats.org/drawingml/2006/main" noGrp="1"/>
          </p:cNvSpPr>
          <p:nvPr/>
        </p:nvSpPr>
        <p:spPr>
          <a:xfrm xmlns:a="http://schemas.openxmlformats.org/drawingml/2006/main">
            <a:off x="628650" y="38100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수집 중 새로고침</a:t>
            </a:r>
          </a:p>
        </p:txBody>
      </p:sp>
      <p:sp>
        <p:nvSpPr>
          <p:cNvPr id="7" name="">
            <a:extLst xmlns:a="http://schemas.openxmlformats.org/drawingml/2006/main">
              <a:ext uri="{FF2B5EF4-FFF2-40B4-BE49-F238E27FC236}">
                <a16:creationId xmlns:a16="http://schemas.microsoft.com/office/drawing/2014/main" id="{60F3F320-F852-4088-8877-8C09D22B636A}"/>
              </a:ext>
            </a:extLst>
          </p:cNvPr>
          <p:cNvSpPr>
            <a:spLocks xmlns:a="http://schemas.openxmlformats.org/drawingml/2006/main" noGrp="1"/>
          </p:cNvSpPr>
          <p:nvPr/>
        </p:nvSpPr>
        <p:spPr>
          <a:xfrm xmlns:a="http://schemas.openxmlformats.org/drawingml/2006/main">
            <a:off x="628650" y="4276725"/>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재연결 후 수집을 계속합니다.</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유료 라이선스에서는 승인 절차를 거쳐 값을 씁니다.</a:t>
            </a:r>
          </a:p>
        </p:txBody>
      </p:sp>
      <p:pic>
        <p:nvPicPr>
          <p:cNvPr id="8" name="">
            <a:extLst xmlns:a="http://schemas.openxmlformats.org/drawingml/2006/main">
              <a:ext uri="{FF2B5EF4-FFF2-40B4-BE49-F238E27FC236}">
                <a16:creationId xmlns:a16="http://schemas.microsoft.com/office/drawing/2014/main" id="{6561FFF5-48B8-4F74-B3D2-D090B07AC9B1}"/>
              </a:ext>
            </a:extLst>
          </p:cNvPr>
          <p:cNvPicPr>
            <a:picLocks xmlns:a="http://schemas.openxmlformats.org/drawingml/2006/main" noChangeAspect="1"/>
          </p:cNvPicPr>
          <p:nvPr/>
        </p:nvPicPr>
        <p:blipFill>
          <a:blip xmlns:r="http://schemas.openxmlformats.org/officeDocument/2006/relationships" xmlns:a="http://schemas.openxmlformats.org/drawingml/2006/main" r:embed="R17da1ea5d71044ee"/>
          <a:stretch xmlns:a="http://schemas.openxmlformats.org/drawingml/2006/main"/>
        </p:blipFill>
        <p:spPr>
          <a:xfrm xmlns:a="http://schemas.openxmlformats.org/drawingml/2006/main">
            <a:off x="8574286" y="1714500"/>
            <a:ext cx="2453878" cy="4362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3EEE59D-2D89-449D-A158-FFA011DE836C}"/>
              </a:ext>
            </a:extLst>
          </p:cNvPr>
          <p:cNvSpPr>
            <a:spLocks xmlns:a="http://schemas.openxmlformats.org/drawingml/2006/main" noGrp="1"/>
          </p:cNvSpPr>
          <p:nvPr/>
        </p:nvSpPr>
        <p:spPr>
          <a:xfrm xmlns:a="http://schemas.openxmlformats.org/drawingml/2006/main">
            <a:off x="8239125" y="60960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정지 상태의 마지막 수신값</a:t>
            </a:r>
          </a:p>
        </p:txBody>
      </p:sp>
    </p:spTree>
    <p:extLst>
      <p:ext uri="{BB962C8B-B14F-4D97-AF65-F5344CB8AC3E}">
        <p14:creationId xmlns:p14="http://schemas.microsoft.com/office/powerpoint/2010/main" val="13779414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9B54F85-D7D6-4744-9064-E59ADB49711B}"/>
              </a:ext>
            </a:extLst>
          </p:cNvPr>
          <p:cNvSpPr>
            <a:spLocks xmlns:a="http://schemas.openxmlformats.org/drawingml/2006/main" noGrp="1"/>
          </p:cNvSpPr>
          <p:nvPr/>
        </p:nvSpPr>
        <p:spPr>
          <a:xfrm xmlns:a="http://schemas.openxmlformats.org/drawingml/2006/main">
            <a:off x="1133475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09</a:t>
            </a:r>
          </a:p>
        </p:txBody>
      </p:sp>
      <p:sp>
        <p:nvSpPr>
          <p:cNvPr id="2" name="">
            <a:extLst xmlns:a="http://schemas.openxmlformats.org/drawingml/2006/main">
              <a:ext uri="{FF2B5EF4-FFF2-40B4-BE49-F238E27FC236}">
                <a16:creationId xmlns:a16="http://schemas.microsoft.com/office/drawing/2014/main" id="{EB23E2F8-4A4A-42BC-9425-09767F115A15}"/>
              </a:ext>
            </a:extLst>
          </p:cNvPr>
          <p:cNvSpPr>
            <a:spLocks xmlns:a="http://schemas.openxmlformats.org/drawingml/2006/main" noGrp="1"/>
          </p:cNvSpPr>
          <p:nvPr/>
        </p:nvSpPr>
        <p:spPr>
          <a:xfrm xmlns:a="http://schemas.openxmlformats.org/drawingml/2006/main">
            <a:off x="609600" y="4572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02640"/>
                </a:solidFill>
                <a:latin typeface="Malgun Gothic"/>
                <a:ea typeface="Malgun Gothic"/>
                <a:cs typeface="Malgun Gothic"/>
              </a:defRPr>
            </a:defPPr>
            <a:lvl1pPr>
              <a:defRPr sz="3150" b="1">
                <a:solidFill>
                  <a:srgbClr val="102640"/>
                </a:solidFill>
                <a:latin typeface="Malgun Gothic"/>
                <a:ea typeface="Malgun Gothic"/>
                <a:cs typeface="Malgun Gothic"/>
              </a:defRPr>
            </a:lvl1pPr>
            <a:lvl2pPr>
              <a:defRPr sz="3150" b="1">
                <a:solidFill>
                  <a:srgbClr val="102640"/>
                </a:solidFill>
                <a:latin typeface="Malgun Gothic"/>
                <a:ea typeface="Malgun Gothic"/>
                <a:cs typeface="Malgun Gothic"/>
              </a:defRPr>
            </a:lvl2pPr>
            <a:lvl3pPr>
              <a:defRPr sz="3150" b="1">
                <a:solidFill>
                  <a:srgbClr val="102640"/>
                </a:solidFill>
                <a:latin typeface="Malgun Gothic"/>
                <a:ea typeface="Malgun Gothic"/>
                <a:cs typeface="Malgun Gothic"/>
              </a:defRPr>
            </a:lvl3pPr>
            <a:lvl4pPr>
              <a:defRPr sz="3150" b="1">
                <a:solidFill>
                  <a:srgbClr val="102640"/>
                </a:solidFill>
                <a:latin typeface="Malgun Gothic"/>
                <a:ea typeface="Malgun Gothic"/>
                <a:cs typeface="Malgun Gothic"/>
              </a:defRPr>
            </a:lvl4pPr>
            <a:lvl5pPr>
              <a:defRPr sz="3150" b="1">
                <a:solidFill>
                  <a:srgbClr val="102640"/>
                </a:solidFill>
                <a:latin typeface="Malgun Gothic"/>
                <a:ea typeface="Malgun Gothic"/>
                <a:cs typeface="Malgun Gothic"/>
              </a:defRPr>
            </a:lvl5pPr>
            <a:lvl6pPr>
              <a:defRPr sz="3150" b="1">
                <a:solidFill>
                  <a:srgbClr val="102640"/>
                </a:solidFill>
                <a:latin typeface="Malgun Gothic"/>
                <a:ea typeface="Malgun Gothic"/>
                <a:cs typeface="Malgun Gothic"/>
              </a:defRPr>
            </a:lvl6pPr>
            <a:lvl7pPr>
              <a:defRPr sz="3150" b="1">
                <a:solidFill>
                  <a:srgbClr val="102640"/>
                </a:solidFill>
                <a:latin typeface="Malgun Gothic"/>
                <a:ea typeface="Malgun Gothic"/>
                <a:cs typeface="Malgun Gothic"/>
              </a:defRPr>
            </a:lvl7pPr>
            <a:lvl8pPr>
              <a:defRPr sz="3150" b="1">
                <a:solidFill>
                  <a:srgbClr val="102640"/>
                </a:solidFill>
                <a:latin typeface="Malgun Gothic"/>
                <a:ea typeface="Malgun Gothic"/>
                <a:cs typeface="Malgun Gothic"/>
              </a:defRPr>
            </a:lvl8pPr>
            <a:lvl9pPr>
              <a:defRPr sz="3150" b="1">
                <a:solidFill>
                  <a:srgbClr val="102640"/>
                </a:solidFill>
                <a:latin typeface="Malgun Gothic"/>
                <a:ea typeface="Malgun Gothic"/>
                <a:cs typeface="Malgun Gothic"/>
              </a:defRPr>
            </a:lvl9pPr>
          </a:lstStyle>
          <a:p xmlns:a="http://schemas.openxmlformats.org/drawingml/2006/main">
            <a:pPr>
              <a:defRPr sz="3150" b="1">
                <a:solidFill>
                  <a:srgbClr val="102640"/>
                </a:solidFill>
                <a:latin typeface="Malgun Gothic"/>
                <a:ea typeface="Malgun Gothic"/>
                <a:cs typeface="Malgun Gothic"/>
              </a:defRPr>
            </a:pPr>
            <a:r>
              <a:rPr sz="3150" b="1">
                <a:solidFill>
                  <a:srgbClr val="102640"/>
                </a:solidFill>
                <a:latin typeface="Malgun Gothic"/>
                <a:ea typeface="Malgun Gothic"/>
                <a:cs typeface="Malgun Gothic"/>
              </a:rPr>
              <a:t>프로젝트 한 개를 CSV 한 파일로</a:t>
            </a:r>
          </a:p>
        </p:txBody>
      </p:sp>
      <p:sp>
        <p:nvSpPr>
          <p:cNvPr id="3" name="">
            <a:extLst xmlns:a="http://schemas.openxmlformats.org/drawingml/2006/main">
              <a:ext uri="{FF2B5EF4-FFF2-40B4-BE49-F238E27FC236}">
                <a16:creationId xmlns:a16="http://schemas.microsoft.com/office/drawing/2014/main" id="{8898E25F-334D-46AD-99EB-2E1EF4899454}"/>
              </a:ext>
            </a:extLst>
          </p:cNvPr>
          <p:cNvSpPr>
            <a:spLocks xmlns:a="http://schemas.openxmlformats.org/drawingml/2006/main" noGrp="1"/>
          </p:cNvSpPr>
          <p:nvPr/>
        </p:nvSpPr>
        <p:spPr>
          <a:xfrm xmlns:a="http://schemas.openxmlformats.org/drawingml/2006/main">
            <a:off x="628650" y="1152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0866B"/>
                </a:solidFill>
                <a:latin typeface="Malgun Gothic"/>
                <a:ea typeface="Malgun Gothic"/>
                <a:cs typeface="Malgun Gothic"/>
              </a:defRPr>
            </a:defPPr>
            <a:lvl1pPr>
              <a:defRPr sz="1725" b="0">
                <a:solidFill>
                  <a:srgbClr val="00866B"/>
                </a:solidFill>
                <a:latin typeface="Malgun Gothic"/>
                <a:ea typeface="Malgun Gothic"/>
                <a:cs typeface="Malgun Gothic"/>
              </a:defRPr>
            </a:lvl1pPr>
            <a:lvl2pPr>
              <a:defRPr sz="1725" b="0">
                <a:solidFill>
                  <a:srgbClr val="00866B"/>
                </a:solidFill>
                <a:latin typeface="Malgun Gothic"/>
                <a:ea typeface="Malgun Gothic"/>
                <a:cs typeface="Malgun Gothic"/>
              </a:defRPr>
            </a:lvl2pPr>
            <a:lvl3pPr>
              <a:defRPr sz="1725" b="0">
                <a:solidFill>
                  <a:srgbClr val="00866B"/>
                </a:solidFill>
                <a:latin typeface="Malgun Gothic"/>
                <a:ea typeface="Malgun Gothic"/>
                <a:cs typeface="Malgun Gothic"/>
              </a:defRPr>
            </a:lvl3pPr>
            <a:lvl4pPr>
              <a:defRPr sz="1725" b="0">
                <a:solidFill>
                  <a:srgbClr val="00866B"/>
                </a:solidFill>
                <a:latin typeface="Malgun Gothic"/>
                <a:ea typeface="Malgun Gothic"/>
                <a:cs typeface="Malgun Gothic"/>
              </a:defRPr>
            </a:lvl4pPr>
            <a:lvl5pPr>
              <a:defRPr sz="1725" b="0">
                <a:solidFill>
                  <a:srgbClr val="00866B"/>
                </a:solidFill>
                <a:latin typeface="Malgun Gothic"/>
                <a:ea typeface="Malgun Gothic"/>
                <a:cs typeface="Malgun Gothic"/>
              </a:defRPr>
            </a:lvl5pPr>
            <a:lvl6pPr>
              <a:defRPr sz="1725" b="0">
                <a:solidFill>
                  <a:srgbClr val="00866B"/>
                </a:solidFill>
                <a:latin typeface="Malgun Gothic"/>
                <a:ea typeface="Malgun Gothic"/>
                <a:cs typeface="Malgun Gothic"/>
              </a:defRPr>
            </a:lvl6pPr>
            <a:lvl7pPr>
              <a:defRPr sz="1725" b="0">
                <a:solidFill>
                  <a:srgbClr val="00866B"/>
                </a:solidFill>
                <a:latin typeface="Malgun Gothic"/>
                <a:ea typeface="Malgun Gothic"/>
                <a:cs typeface="Malgun Gothic"/>
              </a:defRPr>
            </a:lvl7pPr>
            <a:lvl8pPr>
              <a:defRPr sz="1725" b="0">
                <a:solidFill>
                  <a:srgbClr val="00866B"/>
                </a:solidFill>
                <a:latin typeface="Malgun Gothic"/>
                <a:ea typeface="Malgun Gothic"/>
                <a:cs typeface="Malgun Gothic"/>
              </a:defRPr>
            </a:lvl8pPr>
            <a:lvl9pPr>
              <a:defRPr sz="1725" b="0">
                <a:solidFill>
                  <a:srgbClr val="00866B"/>
                </a:solidFill>
                <a:latin typeface="Malgun Gothic"/>
                <a:ea typeface="Malgun Gothic"/>
                <a:cs typeface="Malgun Gothic"/>
              </a:defRPr>
            </a:lvl9pPr>
          </a:lstStyle>
          <a:p xmlns:a="http://schemas.openxmlformats.org/drawingml/2006/main">
            <a:pPr>
              <a:defRPr sz="1725" b="0">
                <a:solidFill>
                  <a:srgbClr val="00866B"/>
                </a:solidFill>
                <a:latin typeface="Malgun Gothic"/>
                <a:ea typeface="Malgun Gothic"/>
                <a:cs typeface="Malgun Gothic"/>
              </a:defRPr>
            </a:pPr>
            <a:r>
              <a:rPr sz="1725" b="0">
                <a:solidFill>
                  <a:srgbClr val="00866B"/>
                </a:solidFill>
                <a:latin typeface="Malgun Gothic"/>
                <a:ea typeface="Malgun Gothic"/>
                <a:cs typeface="Malgun Gothic"/>
              </a:rPr>
              <a:t>설정 백업과 Excel 편집을 연결합니다</a:t>
            </a:r>
          </a:p>
        </p:txBody>
      </p:sp>
      <p:sp>
        <p:nvSpPr>
          <p:cNvPr id="4" name="">
            <a:extLst xmlns:a="http://schemas.openxmlformats.org/drawingml/2006/main">
              <a:ext uri="{FF2B5EF4-FFF2-40B4-BE49-F238E27FC236}">
                <a16:creationId xmlns:a16="http://schemas.microsoft.com/office/drawing/2014/main" id="{245E7ED4-FB63-4C23-B65D-CB38FBC0767D}"/>
              </a:ext>
            </a:extLst>
          </p:cNvPr>
          <p:cNvSpPr>
            <a:spLocks xmlns:a="http://schemas.openxmlformats.org/drawingml/2006/main" noGrp="1"/>
          </p:cNvSpPr>
          <p:nvPr/>
        </p:nvSpPr>
        <p:spPr>
          <a:xfrm xmlns:a="http://schemas.openxmlformats.org/drawingml/2006/main">
            <a:off x="628650" y="20097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공용 폴더에 저장</a:t>
            </a:r>
          </a:p>
        </p:txBody>
      </p:sp>
      <p:sp>
        <p:nvSpPr>
          <p:cNvPr id="5" name="">
            <a:extLst xmlns:a="http://schemas.openxmlformats.org/drawingml/2006/main">
              <a:ext uri="{FF2B5EF4-FFF2-40B4-BE49-F238E27FC236}">
                <a16:creationId xmlns:a16="http://schemas.microsoft.com/office/drawing/2014/main" id="{FBD74FE6-975A-4F82-99EF-833B60DB22AF}"/>
              </a:ext>
            </a:extLst>
          </p:cNvPr>
          <p:cNvSpPr>
            <a:spLocks xmlns:a="http://schemas.openxmlformats.org/drawingml/2006/main" noGrp="1"/>
          </p:cNvSpPr>
          <p:nvPr/>
        </p:nvSpPr>
        <p:spPr>
          <a:xfrm xmlns:a="http://schemas.openxmlformats.org/drawingml/2006/main">
            <a:off x="628650" y="24765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프로젝트 설정을 고정 내보내기 폴더에 저장하고</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파일 공유로 담당자에게 전달합니다.</a:t>
            </a:r>
          </a:p>
        </p:txBody>
      </p:sp>
      <p:sp>
        <p:nvSpPr>
          <p:cNvPr id="6" name="">
            <a:extLst xmlns:a="http://schemas.openxmlformats.org/drawingml/2006/main">
              <a:ext uri="{FF2B5EF4-FFF2-40B4-BE49-F238E27FC236}">
                <a16:creationId xmlns:a16="http://schemas.microsoft.com/office/drawing/2014/main" id="{28BADED6-5277-4476-82C0-7163713CCE40}"/>
              </a:ext>
            </a:extLst>
          </p:cNvPr>
          <p:cNvSpPr>
            <a:spLocks xmlns:a="http://schemas.openxmlformats.org/drawingml/2006/main" noGrp="1"/>
          </p:cNvSpPr>
          <p:nvPr/>
        </p:nvSpPr>
        <p:spPr>
          <a:xfrm xmlns:a="http://schemas.openxmlformats.org/drawingml/2006/main">
            <a:off x="628650" y="38100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Excel에서 태그 편집</a:t>
            </a:r>
          </a:p>
        </p:txBody>
      </p:sp>
      <p:sp>
        <p:nvSpPr>
          <p:cNvPr id="7" name="">
            <a:extLst xmlns:a="http://schemas.openxmlformats.org/drawingml/2006/main">
              <a:ext uri="{FF2B5EF4-FFF2-40B4-BE49-F238E27FC236}">
                <a16:creationId xmlns:a16="http://schemas.microsoft.com/office/drawing/2014/main" id="{70EDA705-A319-4C6F-96CB-363C7A4C07FE}"/>
              </a:ext>
            </a:extLst>
          </p:cNvPr>
          <p:cNvSpPr>
            <a:spLocks xmlns:a="http://schemas.openxmlformats.org/drawingml/2006/main" noGrp="1"/>
          </p:cNvSpPr>
          <p:nvPr/>
        </p:nvSpPr>
        <p:spPr>
          <a:xfrm xmlns:a="http://schemas.openxmlformats.org/drawingml/2006/main">
            <a:off x="628650" y="4276725"/>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키와 디바이스 연결을 유지하면서</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태그를 수정·추가한 뒤 UTF-8 CSV로 저장합니다.</a:t>
            </a:r>
          </a:p>
        </p:txBody>
      </p:sp>
      <p:pic>
        <p:nvPicPr>
          <p:cNvPr id="8" name="">
            <a:extLst xmlns:a="http://schemas.openxmlformats.org/drawingml/2006/main">
              <a:ext uri="{FF2B5EF4-FFF2-40B4-BE49-F238E27FC236}">
                <a16:creationId xmlns:a16="http://schemas.microsoft.com/office/drawing/2014/main" id="{70DB1A3D-16D1-49BC-BF90-EC6B94D9586E}"/>
              </a:ext>
            </a:extLst>
          </p:cNvPr>
          <p:cNvPicPr>
            <a:picLocks xmlns:a="http://schemas.openxmlformats.org/drawingml/2006/main" noChangeAspect="1"/>
          </p:cNvPicPr>
          <p:nvPr/>
        </p:nvPicPr>
        <p:blipFill>
          <a:blip xmlns:r="http://schemas.openxmlformats.org/officeDocument/2006/relationships" xmlns:a="http://schemas.openxmlformats.org/drawingml/2006/main" r:embed="Rea010b94c9c5472b"/>
          <a:stretch xmlns:a="http://schemas.openxmlformats.org/drawingml/2006/main"/>
        </p:blipFill>
        <p:spPr>
          <a:xfrm xmlns:a="http://schemas.openxmlformats.org/drawingml/2006/main">
            <a:off x="8574286" y="1714500"/>
            <a:ext cx="2453878" cy="4362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9E35B32-2163-4BE1-8353-08095325B496}"/>
              </a:ext>
            </a:extLst>
          </p:cNvPr>
          <p:cNvSpPr>
            <a:spLocks xmlns:a="http://schemas.openxmlformats.org/drawingml/2006/main" noGrp="1"/>
          </p:cNvSpPr>
          <p:nvPr/>
        </p:nvSpPr>
        <p:spPr>
          <a:xfrm xmlns:a="http://schemas.openxmlformats.org/drawingml/2006/main">
            <a:off x="8239125" y="60960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CSV 내보내기 완료 화면</a:t>
            </a:r>
          </a:p>
        </p:txBody>
      </p:sp>
    </p:spTree>
    <p:extLst>
      <p:ext uri="{BB962C8B-B14F-4D97-AF65-F5344CB8AC3E}">
        <p14:creationId xmlns:p14="http://schemas.microsoft.com/office/powerpoint/2010/main" val="4325102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62208B4-FB02-47C3-8625-61251FD5B635}"/>
              </a:ext>
            </a:extLst>
          </p:cNvPr>
          <p:cNvSpPr>
            <a:spLocks xmlns:a="http://schemas.openxmlformats.org/drawingml/2006/main" noGrp="1"/>
          </p:cNvSpPr>
          <p:nvPr/>
        </p:nvSpPr>
        <p:spPr>
          <a:xfrm xmlns:a="http://schemas.openxmlformats.org/drawingml/2006/main">
            <a:off x="1133475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10</a:t>
            </a:r>
          </a:p>
        </p:txBody>
      </p:sp>
      <p:sp>
        <p:nvSpPr>
          <p:cNvPr id="2" name="">
            <a:extLst xmlns:a="http://schemas.openxmlformats.org/drawingml/2006/main">
              <a:ext uri="{FF2B5EF4-FFF2-40B4-BE49-F238E27FC236}">
                <a16:creationId xmlns:a16="http://schemas.microsoft.com/office/drawing/2014/main" id="{83D5F61F-4326-43E4-B7F6-6DBFD3988826}"/>
              </a:ext>
            </a:extLst>
          </p:cNvPr>
          <p:cNvSpPr>
            <a:spLocks xmlns:a="http://schemas.openxmlformats.org/drawingml/2006/main" noGrp="1"/>
          </p:cNvSpPr>
          <p:nvPr/>
        </p:nvSpPr>
        <p:spPr>
          <a:xfrm xmlns:a="http://schemas.openxmlformats.org/drawingml/2006/main">
            <a:off x="609600" y="4572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02640"/>
                </a:solidFill>
                <a:latin typeface="Malgun Gothic"/>
                <a:ea typeface="Malgun Gothic"/>
                <a:cs typeface="Malgun Gothic"/>
              </a:defRPr>
            </a:defPPr>
            <a:lvl1pPr>
              <a:defRPr sz="3150" b="1">
                <a:solidFill>
                  <a:srgbClr val="102640"/>
                </a:solidFill>
                <a:latin typeface="Malgun Gothic"/>
                <a:ea typeface="Malgun Gothic"/>
                <a:cs typeface="Malgun Gothic"/>
              </a:defRPr>
            </a:lvl1pPr>
            <a:lvl2pPr>
              <a:defRPr sz="3150" b="1">
                <a:solidFill>
                  <a:srgbClr val="102640"/>
                </a:solidFill>
                <a:latin typeface="Malgun Gothic"/>
                <a:ea typeface="Malgun Gothic"/>
                <a:cs typeface="Malgun Gothic"/>
              </a:defRPr>
            </a:lvl2pPr>
            <a:lvl3pPr>
              <a:defRPr sz="3150" b="1">
                <a:solidFill>
                  <a:srgbClr val="102640"/>
                </a:solidFill>
                <a:latin typeface="Malgun Gothic"/>
                <a:ea typeface="Malgun Gothic"/>
                <a:cs typeface="Malgun Gothic"/>
              </a:defRPr>
            </a:lvl3pPr>
            <a:lvl4pPr>
              <a:defRPr sz="3150" b="1">
                <a:solidFill>
                  <a:srgbClr val="102640"/>
                </a:solidFill>
                <a:latin typeface="Malgun Gothic"/>
                <a:ea typeface="Malgun Gothic"/>
                <a:cs typeface="Malgun Gothic"/>
              </a:defRPr>
            </a:lvl4pPr>
            <a:lvl5pPr>
              <a:defRPr sz="3150" b="1">
                <a:solidFill>
                  <a:srgbClr val="102640"/>
                </a:solidFill>
                <a:latin typeface="Malgun Gothic"/>
                <a:ea typeface="Malgun Gothic"/>
                <a:cs typeface="Malgun Gothic"/>
              </a:defRPr>
            </a:lvl5pPr>
            <a:lvl6pPr>
              <a:defRPr sz="3150" b="1">
                <a:solidFill>
                  <a:srgbClr val="102640"/>
                </a:solidFill>
                <a:latin typeface="Malgun Gothic"/>
                <a:ea typeface="Malgun Gothic"/>
                <a:cs typeface="Malgun Gothic"/>
              </a:defRPr>
            </a:lvl6pPr>
            <a:lvl7pPr>
              <a:defRPr sz="3150" b="1">
                <a:solidFill>
                  <a:srgbClr val="102640"/>
                </a:solidFill>
                <a:latin typeface="Malgun Gothic"/>
                <a:ea typeface="Malgun Gothic"/>
                <a:cs typeface="Malgun Gothic"/>
              </a:defRPr>
            </a:lvl7pPr>
            <a:lvl8pPr>
              <a:defRPr sz="3150" b="1">
                <a:solidFill>
                  <a:srgbClr val="102640"/>
                </a:solidFill>
                <a:latin typeface="Malgun Gothic"/>
                <a:ea typeface="Malgun Gothic"/>
                <a:cs typeface="Malgun Gothic"/>
              </a:defRPr>
            </a:lvl8pPr>
            <a:lvl9pPr>
              <a:defRPr sz="3150" b="1">
                <a:solidFill>
                  <a:srgbClr val="102640"/>
                </a:solidFill>
                <a:latin typeface="Malgun Gothic"/>
                <a:ea typeface="Malgun Gothic"/>
                <a:cs typeface="Malgun Gothic"/>
              </a:defRPr>
            </a:lvl9pPr>
          </a:lstStyle>
          <a:p xmlns:a="http://schemas.openxmlformats.org/drawingml/2006/main">
            <a:pPr>
              <a:defRPr sz="3150" b="1">
                <a:solidFill>
                  <a:srgbClr val="102640"/>
                </a:solidFill>
                <a:latin typeface="Malgun Gothic"/>
                <a:ea typeface="Malgun Gothic"/>
                <a:cs typeface="Malgun Gothic"/>
              </a:defRPr>
            </a:pPr>
            <a:r>
              <a:rPr sz="3150" b="1">
                <a:solidFill>
                  <a:srgbClr val="102640"/>
                </a:solidFill>
                <a:latin typeface="Malgun Gothic"/>
                <a:ea typeface="Malgun Gothic"/>
                <a:cs typeface="Malgun Gothic"/>
              </a:rPr>
              <a:t>검증 후 프로젝트 전체 교체</a:t>
            </a:r>
          </a:p>
        </p:txBody>
      </p:sp>
      <p:sp>
        <p:nvSpPr>
          <p:cNvPr id="3" name="">
            <a:extLst xmlns:a="http://schemas.openxmlformats.org/drawingml/2006/main">
              <a:ext uri="{FF2B5EF4-FFF2-40B4-BE49-F238E27FC236}">
                <a16:creationId xmlns:a16="http://schemas.microsoft.com/office/drawing/2014/main" id="{0DD3B829-C1D1-4F13-93F8-6371DF81E2CA}"/>
              </a:ext>
            </a:extLst>
          </p:cNvPr>
          <p:cNvSpPr>
            <a:spLocks xmlns:a="http://schemas.openxmlformats.org/drawingml/2006/main" noGrp="1"/>
          </p:cNvSpPr>
          <p:nvPr/>
        </p:nvSpPr>
        <p:spPr>
          <a:xfrm xmlns:a="http://schemas.openxmlformats.org/drawingml/2006/main">
            <a:off x="628650" y="1152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0866B"/>
                </a:solidFill>
                <a:latin typeface="Malgun Gothic"/>
                <a:ea typeface="Malgun Gothic"/>
                <a:cs typeface="Malgun Gothic"/>
              </a:defRPr>
            </a:defPPr>
            <a:lvl1pPr>
              <a:defRPr sz="1725" b="0">
                <a:solidFill>
                  <a:srgbClr val="00866B"/>
                </a:solidFill>
                <a:latin typeface="Malgun Gothic"/>
                <a:ea typeface="Malgun Gothic"/>
                <a:cs typeface="Malgun Gothic"/>
              </a:defRPr>
            </a:lvl1pPr>
            <a:lvl2pPr>
              <a:defRPr sz="1725" b="0">
                <a:solidFill>
                  <a:srgbClr val="00866B"/>
                </a:solidFill>
                <a:latin typeface="Malgun Gothic"/>
                <a:ea typeface="Malgun Gothic"/>
                <a:cs typeface="Malgun Gothic"/>
              </a:defRPr>
            </a:lvl2pPr>
            <a:lvl3pPr>
              <a:defRPr sz="1725" b="0">
                <a:solidFill>
                  <a:srgbClr val="00866B"/>
                </a:solidFill>
                <a:latin typeface="Malgun Gothic"/>
                <a:ea typeface="Malgun Gothic"/>
                <a:cs typeface="Malgun Gothic"/>
              </a:defRPr>
            </a:lvl3pPr>
            <a:lvl4pPr>
              <a:defRPr sz="1725" b="0">
                <a:solidFill>
                  <a:srgbClr val="00866B"/>
                </a:solidFill>
                <a:latin typeface="Malgun Gothic"/>
                <a:ea typeface="Malgun Gothic"/>
                <a:cs typeface="Malgun Gothic"/>
              </a:defRPr>
            </a:lvl4pPr>
            <a:lvl5pPr>
              <a:defRPr sz="1725" b="0">
                <a:solidFill>
                  <a:srgbClr val="00866B"/>
                </a:solidFill>
                <a:latin typeface="Malgun Gothic"/>
                <a:ea typeface="Malgun Gothic"/>
                <a:cs typeface="Malgun Gothic"/>
              </a:defRPr>
            </a:lvl5pPr>
            <a:lvl6pPr>
              <a:defRPr sz="1725" b="0">
                <a:solidFill>
                  <a:srgbClr val="00866B"/>
                </a:solidFill>
                <a:latin typeface="Malgun Gothic"/>
                <a:ea typeface="Malgun Gothic"/>
                <a:cs typeface="Malgun Gothic"/>
              </a:defRPr>
            </a:lvl6pPr>
            <a:lvl7pPr>
              <a:defRPr sz="1725" b="0">
                <a:solidFill>
                  <a:srgbClr val="00866B"/>
                </a:solidFill>
                <a:latin typeface="Malgun Gothic"/>
                <a:ea typeface="Malgun Gothic"/>
                <a:cs typeface="Malgun Gothic"/>
              </a:defRPr>
            </a:lvl7pPr>
            <a:lvl8pPr>
              <a:defRPr sz="1725" b="0">
                <a:solidFill>
                  <a:srgbClr val="00866B"/>
                </a:solidFill>
                <a:latin typeface="Malgun Gothic"/>
                <a:ea typeface="Malgun Gothic"/>
                <a:cs typeface="Malgun Gothic"/>
              </a:defRPr>
            </a:lvl8pPr>
            <a:lvl9pPr>
              <a:defRPr sz="1725" b="0">
                <a:solidFill>
                  <a:srgbClr val="00866B"/>
                </a:solidFill>
                <a:latin typeface="Malgun Gothic"/>
                <a:ea typeface="Malgun Gothic"/>
                <a:cs typeface="Malgun Gothic"/>
              </a:defRPr>
            </a:lvl9pPr>
          </a:lstStyle>
          <a:p xmlns:a="http://schemas.openxmlformats.org/drawingml/2006/main">
            <a:pPr>
              <a:defRPr sz="1725" b="0">
                <a:solidFill>
                  <a:srgbClr val="00866B"/>
                </a:solidFill>
                <a:latin typeface="Malgun Gothic"/>
                <a:ea typeface="Malgun Gothic"/>
                <a:cs typeface="Malgun Gothic"/>
              </a:defRPr>
            </a:pPr>
            <a:r>
              <a:rPr sz="1725" b="0">
                <a:solidFill>
                  <a:srgbClr val="00866B"/>
                </a:solidFill>
                <a:latin typeface="Malgun Gothic"/>
                <a:ea typeface="Malgun Gothic"/>
                <a:cs typeface="Malgun Gothic"/>
              </a:rPr>
              <a:t>CSV에 담긴 내용으로 대상 프로젝트를 다시 구성합니다</a:t>
            </a:r>
          </a:p>
        </p:txBody>
      </p:sp>
      <p:sp>
        <p:nvSpPr>
          <p:cNvPr id="4" name="">
            <a:extLst xmlns:a="http://schemas.openxmlformats.org/drawingml/2006/main">
              <a:ext uri="{FF2B5EF4-FFF2-40B4-BE49-F238E27FC236}">
                <a16:creationId xmlns:a16="http://schemas.microsoft.com/office/drawing/2014/main" id="{868779BE-57DD-4654-BAA3-D50BB13158D2}"/>
              </a:ext>
            </a:extLst>
          </p:cNvPr>
          <p:cNvSpPr>
            <a:spLocks xmlns:a="http://schemas.openxmlformats.org/drawingml/2006/main" noGrp="1"/>
          </p:cNvSpPr>
          <p:nvPr/>
        </p:nvSpPr>
        <p:spPr>
          <a:xfrm xmlns:a="http://schemas.openxmlformats.org/drawingml/2006/main">
            <a:off x="628650" y="20002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적용 전 변경 내용 확인</a:t>
            </a:r>
          </a:p>
        </p:txBody>
      </p:sp>
      <p:sp>
        <p:nvSpPr>
          <p:cNvPr id="5" name="">
            <a:extLst xmlns:a="http://schemas.openxmlformats.org/drawingml/2006/main">
              <a:ext uri="{FF2B5EF4-FFF2-40B4-BE49-F238E27FC236}">
                <a16:creationId xmlns:a16="http://schemas.microsoft.com/office/drawing/2014/main" id="{3B97AAD1-EEF9-4CA9-B724-559B4A160861}"/>
              </a:ext>
            </a:extLst>
          </p:cNvPr>
          <p:cNvSpPr>
            <a:spLocks xmlns:a="http://schemas.openxmlformats.org/drawingml/2006/main" noGrp="1"/>
          </p:cNvSpPr>
          <p:nvPr/>
        </p:nvSpPr>
        <p:spPr>
          <a:xfrm xmlns:a="http://schemas.openxmlformats.org/drawingml/2006/main">
            <a:off x="628650" y="2466975"/>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CSV에 없는 디바이스·태그는 삭제하고</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그룹은 태그 경로로 다시 생성합니다.</a:t>
            </a:r>
          </a:p>
        </p:txBody>
      </p:sp>
      <p:sp>
        <p:nvSpPr>
          <p:cNvPr id="6" name="">
            <a:extLst xmlns:a="http://schemas.openxmlformats.org/drawingml/2006/main">
              <a:ext uri="{FF2B5EF4-FFF2-40B4-BE49-F238E27FC236}">
                <a16:creationId xmlns:a16="http://schemas.microsoft.com/office/drawing/2014/main" id="{651369DC-6F0A-4BB2-8D70-62E80CB3F0C4}"/>
              </a:ext>
            </a:extLst>
          </p:cNvPr>
          <p:cNvSpPr>
            <a:spLocks xmlns:a="http://schemas.openxmlformats.org/drawingml/2006/main" noGrp="1"/>
          </p:cNvSpPr>
          <p:nvPr/>
        </p:nvSpPr>
        <p:spPr>
          <a:xfrm xmlns:a="http://schemas.openxmlformats.org/drawingml/2006/main">
            <a:off x="628650" y="37814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검증 실패 시 기존 데이터 유지</a:t>
            </a:r>
          </a:p>
        </p:txBody>
      </p:sp>
      <p:sp>
        <p:nvSpPr>
          <p:cNvPr id="7" name="">
            <a:extLst xmlns:a="http://schemas.openxmlformats.org/drawingml/2006/main">
              <a:ext uri="{FF2B5EF4-FFF2-40B4-BE49-F238E27FC236}">
                <a16:creationId xmlns:a16="http://schemas.microsoft.com/office/drawing/2014/main" id="{EE676DDA-0F9A-4F77-BF98-070CED39DFAF}"/>
              </a:ext>
            </a:extLst>
          </p:cNvPr>
          <p:cNvSpPr>
            <a:spLocks xmlns:a="http://schemas.openxmlformats.org/drawingml/2006/main" noGrp="1"/>
          </p:cNvSpPr>
          <p:nvPr/>
        </p:nvSpPr>
        <p:spPr>
          <a:xfrm xmlns:a="http://schemas.openxmlformats.org/drawingml/2006/main">
            <a:off x="628650" y="424815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형식 오류나 라이선스 한도 초과 이유를 표시하고</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프로젝트 교체를 적용하지 않습니다.</a:t>
            </a:r>
          </a:p>
        </p:txBody>
      </p:sp>
      <p:pic>
        <p:nvPicPr>
          <p:cNvPr id="8" name="">
            <a:extLst xmlns:a="http://schemas.openxmlformats.org/drawingml/2006/main">
              <a:ext uri="{FF2B5EF4-FFF2-40B4-BE49-F238E27FC236}">
                <a16:creationId xmlns:a16="http://schemas.microsoft.com/office/drawing/2014/main" id="{34C4DF4F-0175-4328-B8F4-0187C1FC3CF9}"/>
              </a:ext>
            </a:extLst>
          </p:cNvPr>
          <p:cNvPicPr>
            <a:picLocks xmlns:a="http://schemas.openxmlformats.org/drawingml/2006/main" noChangeAspect="1"/>
          </p:cNvPicPr>
          <p:nvPr/>
        </p:nvPicPr>
        <p:blipFill>
          <a:blip xmlns:r="http://schemas.openxmlformats.org/officeDocument/2006/relationships" xmlns:a="http://schemas.openxmlformats.org/drawingml/2006/main" r:embed="R8726d3a5cf114440"/>
          <a:stretch xmlns:a="http://schemas.openxmlformats.org/drawingml/2006/main"/>
        </p:blipFill>
        <p:spPr>
          <a:xfrm xmlns:a="http://schemas.openxmlformats.org/drawingml/2006/main">
            <a:off x="8574286" y="1714500"/>
            <a:ext cx="2453878" cy="4362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7B33FDC-1501-48D0-B5CF-72C4F6949A04}"/>
              </a:ext>
            </a:extLst>
          </p:cNvPr>
          <p:cNvSpPr>
            <a:spLocks xmlns:a="http://schemas.openxmlformats.org/drawingml/2006/main" noGrp="1"/>
          </p:cNvSpPr>
          <p:nvPr/>
        </p:nvSpPr>
        <p:spPr>
          <a:xfrm xmlns:a="http://schemas.openxmlformats.org/drawingml/2006/main">
            <a:off x="8239125" y="60960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CSV 검증·전체 교체 미리보기</a:t>
            </a:r>
          </a:p>
        </p:txBody>
      </p:sp>
    </p:spTree>
    <p:extLst>
      <p:ext uri="{BB962C8B-B14F-4D97-AF65-F5344CB8AC3E}">
        <p14:creationId xmlns:p14="http://schemas.microsoft.com/office/powerpoint/2010/main" val="17633461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AB6E6D-0D15-4F45-BB28-8009079CA29E}"/>
              </a:ext>
            </a:extLst>
          </p:cNvPr>
          <p:cNvSpPr>
            <a:spLocks xmlns:a="http://schemas.openxmlformats.org/drawingml/2006/main" noGrp="1"/>
          </p:cNvSpPr>
          <p:nvPr/>
        </p:nvSpPr>
        <p:spPr>
          <a:xfrm xmlns:a="http://schemas.openxmlformats.org/drawingml/2006/main">
            <a:off x="1133475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11</a:t>
            </a:r>
          </a:p>
        </p:txBody>
      </p:sp>
      <p:sp>
        <p:nvSpPr>
          <p:cNvPr id="2" name="">
            <a:extLst xmlns:a="http://schemas.openxmlformats.org/drawingml/2006/main">
              <a:ext uri="{FF2B5EF4-FFF2-40B4-BE49-F238E27FC236}">
                <a16:creationId xmlns:a16="http://schemas.microsoft.com/office/drawing/2014/main" id="{3BCB576F-262B-480F-98B0-6FD0B6CDAD6F}"/>
              </a:ext>
            </a:extLst>
          </p:cNvPr>
          <p:cNvSpPr>
            <a:spLocks xmlns:a="http://schemas.openxmlformats.org/drawingml/2006/main" noGrp="1"/>
          </p:cNvSpPr>
          <p:nvPr/>
        </p:nvSpPr>
        <p:spPr>
          <a:xfrm xmlns:a="http://schemas.openxmlformats.org/drawingml/2006/main">
            <a:off x="609600" y="4572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02640"/>
                </a:solidFill>
                <a:latin typeface="Malgun Gothic"/>
                <a:ea typeface="Malgun Gothic"/>
                <a:cs typeface="Malgun Gothic"/>
              </a:defRPr>
            </a:defPPr>
            <a:lvl1pPr>
              <a:defRPr sz="3150" b="1">
                <a:solidFill>
                  <a:srgbClr val="102640"/>
                </a:solidFill>
                <a:latin typeface="Malgun Gothic"/>
                <a:ea typeface="Malgun Gothic"/>
                <a:cs typeface="Malgun Gothic"/>
              </a:defRPr>
            </a:lvl1pPr>
            <a:lvl2pPr>
              <a:defRPr sz="3150" b="1">
                <a:solidFill>
                  <a:srgbClr val="102640"/>
                </a:solidFill>
                <a:latin typeface="Malgun Gothic"/>
                <a:ea typeface="Malgun Gothic"/>
                <a:cs typeface="Malgun Gothic"/>
              </a:defRPr>
            </a:lvl2pPr>
            <a:lvl3pPr>
              <a:defRPr sz="3150" b="1">
                <a:solidFill>
                  <a:srgbClr val="102640"/>
                </a:solidFill>
                <a:latin typeface="Malgun Gothic"/>
                <a:ea typeface="Malgun Gothic"/>
                <a:cs typeface="Malgun Gothic"/>
              </a:defRPr>
            </a:lvl3pPr>
            <a:lvl4pPr>
              <a:defRPr sz="3150" b="1">
                <a:solidFill>
                  <a:srgbClr val="102640"/>
                </a:solidFill>
                <a:latin typeface="Malgun Gothic"/>
                <a:ea typeface="Malgun Gothic"/>
                <a:cs typeface="Malgun Gothic"/>
              </a:defRPr>
            </a:lvl4pPr>
            <a:lvl5pPr>
              <a:defRPr sz="3150" b="1">
                <a:solidFill>
                  <a:srgbClr val="102640"/>
                </a:solidFill>
                <a:latin typeface="Malgun Gothic"/>
                <a:ea typeface="Malgun Gothic"/>
                <a:cs typeface="Malgun Gothic"/>
              </a:defRPr>
            </a:lvl5pPr>
            <a:lvl6pPr>
              <a:defRPr sz="3150" b="1">
                <a:solidFill>
                  <a:srgbClr val="102640"/>
                </a:solidFill>
                <a:latin typeface="Malgun Gothic"/>
                <a:ea typeface="Malgun Gothic"/>
                <a:cs typeface="Malgun Gothic"/>
              </a:defRPr>
            </a:lvl6pPr>
            <a:lvl7pPr>
              <a:defRPr sz="3150" b="1">
                <a:solidFill>
                  <a:srgbClr val="102640"/>
                </a:solidFill>
                <a:latin typeface="Malgun Gothic"/>
                <a:ea typeface="Malgun Gothic"/>
                <a:cs typeface="Malgun Gothic"/>
              </a:defRPr>
            </a:lvl7pPr>
            <a:lvl8pPr>
              <a:defRPr sz="3150" b="1">
                <a:solidFill>
                  <a:srgbClr val="102640"/>
                </a:solidFill>
                <a:latin typeface="Malgun Gothic"/>
                <a:ea typeface="Malgun Gothic"/>
                <a:cs typeface="Malgun Gothic"/>
              </a:defRPr>
            </a:lvl8pPr>
            <a:lvl9pPr>
              <a:defRPr sz="3150" b="1">
                <a:solidFill>
                  <a:srgbClr val="102640"/>
                </a:solidFill>
                <a:latin typeface="Malgun Gothic"/>
                <a:ea typeface="Malgun Gothic"/>
                <a:cs typeface="Malgun Gothic"/>
              </a:defRPr>
            </a:lvl9pPr>
          </a:lstStyle>
          <a:p xmlns:a="http://schemas.openxmlformats.org/drawingml/2006/main">
            <a:pPr>
              <a:defRPr sz="3150" b="1">
                <a:solidFill>
                  <a:srgbClr val="102640"/>
                </a:solidFill>
                <a:latin typeface="Malgun Gothic"/>
                <a:ea typeface="Malgun Gothic"/>
                <a:cs typeface="Malgun Gothic"/>
              </a:defRPr>
            </a:pPr>
            <a:r>
              <a:rPr sz="3150" b="1">
                <a:solidFill>
                  <a:srgbClr val="102640"/>
                </a:solidFill>
                <a:latin typeface="Malgun Gothic"/>
                <a:ea typeface="Malgun Gothic"/>
                <a:cs typeface="Malgun Gothic"/>
              </a:rPr>
              <a:t>라이선스 구성</a:t>
            </a:r>
          </a:p>
        </p:txBody>
      </p:sp>
      <p:sp>
        <p:nvSpPr>
          <p:cNvPr id="3" name="">
            <a:extLst xmlns:a="http://schemas.openxmlformats.org/drawingml/2006/main">
              <a:ext uri="{FF2B5EF4-FFF2-40B4-BE49-F238E27FC236}">
                <a16:creationId xmlns:a16="http://schemas.microsoft.com/office/drawing/2014/main" id="{E7F3C10C-E07A-4723-B01C-9715723E472D}"/>
              </a:ext>
            </a:extLst>
          </p:cNvPr>
          <p:cNvSpPr>
            <a:spLocks xmlns:a="http://schemas.openxmlformats.org/drawingml/2006/main" noGrp="1"/>
          </p:cNvSpPr>
          <p:nvPr/>
        </p:nvSpPr>
        <p:spPr>
          <a:xfrm xmlns:a="http://schemas.openxmlformats.org/drawingml/2006/main">
            <a:off x="628650" y="1152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0866B"/>
                </a:solidFill>
                <a:latin typeface="Malgun Gothic"/>
                <a:ea typeface="Malgun Gothic"/>
                <a:cs typeface="Malgun Gothic"/>
              </a:defRPr>
            </a:defPPr>
            <a:lvl1pPr>
              <a:defRPr sz="1725" b="0">
                <a:solidFill>
                  <a:srgbClr val="00866B"/>
                </a:solidFill>
                <a:latin typeface="Malgun Gothic"/>
                <a:ea typeface="Malgun Gothic"/>
                <a:cs typeface="Malgun Gothic"/>
              </a:defRPr>
            </a:lvl1pPr>
            <a:lvl2pPr>
              <a:defRPr sz="1725" b="0">
                <a:solidFill>
                  <a:srgbClr val="00866B"/>
                </a:solidFill>
                <a:latin typeface="Malgun Gothic"/>
                <a:ea typeface="Malgun Gothic"/>
                <a:cs typeface="Malgun Gothic"/>
              </a:defRPr>
            </a:lvl2pPr>
            <a:lvl3pPr>
              <a:defRPr sz="1725" b="0">
                <a:solidFill>
                  <a:srgbClr val="00866B"/>
                </a:solidFill>
                <a:latin typeface="Malgun Gothic"/>
                <a:ea typeface="Malgun Gothic"/>
                <a:cs typeface="Malgun Gothic"/>
              </a:defRPr>
            </a:lvl3pPr>
            <a:lvl4pPr>
              <a:defRPr sz="1725" b="0">
                <a:solidFill>
                  <a:srgbClr val="00866B"/>
                </a:solidFill>
                <a:latin typeface="Malgun Gothic"/>
                <a:ea typeface="Malgun Gothic"/>
                <a:cs typeface="Malgun Gothic"/>
              </a:defRPr>
            </a:lvl4pPr>
            <a:lvl5pPr>
              <a:defRPr sz="1725" b="0">
                <a:solidFill>
                  <a:srgbClr val="00866B"/>
                </a:solidFill>
                <a:latin typeface="Malgun Gothic"/>
                <a:ea typeface="Malgun Gothic"/>
                <a:cs typeface="Malgun Gothic"/>
              </a:defRPr>
            </a:lvl5pPr>
            <a:lvl6pPr>
              <a:defRPr sz="1725" b="0">
                <a:solidFill>
                  <a:srgbClr val="00866B"/>
                </a:solidFill>
                <a:latin typeface="Malgun Gothic"/>
                <a:ea typeface="Malgun Gothic"/>
                <a:cs typeface="Malgun Gothic"/>
              </a:defRPr>
            </a:lvl6pPr>
            <a:lvl7pPr>
              <a:defRPr sz="1725" b="0">
                <a:solidFill>
                  <a:srgbClr val="00866B"/>
                </a:solidFill>
                <a:latin typeface="Malgun Gothic"/>
                <a:ea typeface="Malgun Gothic"/>
                <a:cs typeface="Malgun Gothic"/>
              </a:defRPr>
            </a:lvl7pPr>
            <a:lvl8pPr>
              <a:defRPr sz="1725" b="0">
                <a:solidFill>
                  <a:srgbClr val="00866B"/>
                </a:solidFill>
                <a:latin typeface="Malgun Gothic"/>
                <a:ea typeface="Malgun Gothic"/>
                <a:cs typeface="Malgun Gothic"/>
              </a:defRPr>
            </a:lvl8pPr>
            <a:lvl9pPr>
              <a:defRPr sz="1725" b="0">
                <a:solidFill>
                  <a:srgbClr val="00866B"/>
                </a:solidFill>
                <a:latin typeface="Malgun Gothic"/>
                <a:ea typeface="Malgun Gothic"/>
                <a:cs typeface="Malgun Gothic"/>
              </a:defRPr>
            </a:lvl9pPr>
          </a:lstStyle>
          <a:p xmlns:a="http://schemas.openxmlformats.org/drawingml/2006/main">
            <a:pPr>
              <a:defRPr sz="1725" b="0">
                <a:solidFill>
                  <a:srgbClr val="00866B"/>
                </a:solidFill>
                <a:latin typeface="Malgun Gothic"/>
                <a:ea typeface="Malgun Gothic"/>
                <a:cs typeface="Malgun Gothic"/>
              </a:defRPr>
            </a:pPr>
            <a:r>
              <a:rPr sz="1725" b="0">
                <a:solidFill>
                  <a:srgbClr val="00866B"/>
                </a:solidFill>
                <a:latin typeface="Malgun Gothic"/>
                <a:ea typeface="Malgun Gothic"/>
                <a:cs typeface="Malgun Gothic"/>
              </a:rPr>
              <a:t>태그 수량은 모든 프로젝트를 합산합니다</a:t>
            </a:r>
          </a:p>
        </p:txBody>
      </p:sp>
      <p:graphicFrame>
        <p:nvGraphicFramePr>
          <p:cNvPr id="4" name="">
            <a:extLst xmlns:a="http://schemas.openxmlformats.org/drawingml/2006/main">
              <a:ext uri="{FF2B5EF4-FFF2-40B4-BE49-F238E27FC236}">
                <a16:creationId xmlns:a16="http://schemas.microsoft.com/office/drawing/2014/main" id="{3D9B40AE-755F-4208-B25C-68C1E8C89E26}"/>
              </a:ext>
            </a:extLst>
          </p:cNvPr>
          <p:cNvGraphicFramePr/>
          <p:nvPr/>
        </p:nvGraphicFramePr>
        <p:xfrm>
          <a:off xmlns:a="http://schemas.openxmlformats.org/drawingml/2006/main" x="628650" y="2133600"/>
          <a:ext xmlns:a="http://schemas.openxmlformats.org/drawingml/2006/main" cx="7239000" cy="2571750"/>
        </p:xfrm>
        <a:graphic xmlns:a="http://schemas.openxmlformats.org/drawingml/2006/main">
          <a:graphicData uri="http://schemas.openxmlformats.org/drawingml/2006/table">
            <a:tbl>
              <a:tblPr/>
              <a:tblGrid>
                <a:gridCol w="2238375"/>
                <a:gridCol w="1571625"/>
                <a:gridCol w="3429000"/>
              </a:tblGrid>
              <a:tr h="642938">
                <a:tc>
                  <a:txBody>
                    <a:bodyPr/>
                    <a:lstStyle/>
                    <a:p>
                      <a:r>
                        <a:rPr sz="1650" b="1">
                          <a:solidFill>
                            <a:srgbClr val="FFFFFF"/>
                          </a:solidFill>
                          <a:latin typeface="Malgun Gothic"/>
                          <a:ea typeface="Malgun Gothic"/>
                          <a:cs typeface="Malgun Gothic"/>
                        </a:rPr>
                        <a:t>구분</a:t>
                      </a:r>
                    </a:p>
                  </a:txBody>
                  <a:tcPr marL="91440" marR="91440" marT="45720" marB="45720">
                    <a:lnL w="9525">
                      <a:solidFill>
                        <a:srgbClr val="D7E3E7"/>
                      </a:solidFill>
                      <a:prstDash val="solid"/>
                    </a:lnL>
                    <a:lnR w="9525">
                      <a:solidFill>
                        <a:srgbClr val="D7E3E7"/>
                      </a:solidFill>
                      <a:prstDash val="solid"/>
                    </a:lnR>
                    <a:lnT w="9525">
                      <a:solidFill>
                        <a:srgbClr val="D7E3E7"/>
                      </a:solidFill>
                      <a:prstDash val="solid"/>
                    </a:lnT>
                    <a:lnB w="9525">
                      <a:solidFill>
                        <a:srgbClr val="D7E3E7"/>
                      </a:solidFill>
                      <a:prstDash val="solid"/>
                    </a:lnB>
                    <a:solidFill>
                      <a:srgbClr val="102640"/>
                    </a:solidFill>
                  </a:tcPr>
                </a:tc>
                <a:tc>
                  <a:txBody>
                    <a:bodyPr/>
                    <a:lstStyle/>
                    <a:p>
                      <a:r>
                        <a:rPr sz="1650" b="1">
                          <a:solidFill>
                            <a:srgbClr val="FFFFFF"/>
                          </a:solidFill>
                          <a:latin typeface="Malgun Gothic"/>
                          <a:ea typeface="Malgun Gothic"/>
                          <a:cs typeface="Malgun Gothic"/>
                        </a:rPr>
                        <a:t>전체 태그</a:t>
                      </a:r>
                    </a:p>
                  </a:txBody>
                  <a:tcPr marL="91440" marR="91440" marT="45720" marB="45720">
                    <a:lnR w="9525">
                      <a:solidFill>
                        <a:srgbClr val="D7E3E7"/>
                      </a:solidFill>
                      <a:prstDash val="solid"/>
                    </a:lnR>
                    <a:lnT w="9525">
                      <a:solidFill>
                        <a:srgbClr val="D7E3E7"/>
                      </a:solidFill>
                      <a:prstDash val="solid"/>
                    </a:lnT>
                    <a:lnB w="9525">
                      <a:solidFill>
                        <a:srgbClr val="D7E3E7"/>
                      </a:solidFill>
                      <a:prstDash val="solid"/>
                    </a:lnB>
                    <a:solidFill>
                      <a:srgbClr val="102640"/>
                    </a:solidFill>
                  </a:tcPr>
                </a:tc>
                <a:tc>
                  <a:txBody>
                    <a:bodyPr/>
                    <a:lstStyle/>
                    <a:p>
                      <a:r>
                        <a:rPr sz="1650" b="1">
                          <a:solidFill>
                            <a:srgbClr val="FFFFFF"/>
                          </a:solidFill>
                          <a:latin typeface="Malgun Gothic"/>
                          <a:ea typeface="Malgun Gothic"/>
                          <a:cs typeface="Malgun Gothic"/>
                        </a:rPr>
                        <a:t>사용 범위</a:t>
                      </a:r>
                    </a:p>
                  </a:txBody>
                  <a:tcPr marL="91440" marR="91440" marT="45720" marB="45720">
                    <a:lnR w="9525">
                      <a:solidFill>
                        <a:srgbClr val="D7E3E7"/>
                      </a:solidFill>
                      <a:prstDash val="solid"/>
                    </a:lnR>
                    <a:lnT w="9525">
                      <a:solidFill>
                        <a:srgbClr val="D7E3E7"/>
                      </a:solidFill>
                      <a:prstDash val="solid"/>
                    </a:lnT>
                    <a:lnB w="9525">
                      <a:solidFill>
                        <a:srgbClr val="D7E3E7"/>
                      </a:solidFill>
                      <a:prstDash val="solid"/>
                    </a:lnB>
                    <a:solidFill>
                      <a:srgbClr val="102640"/>
                    </a:solidFill>
                  </a:tcPr>
                </a:tc>
              </a:tr>
              <a:tr h="642938">
                <a:tc>
                  <a:txBody>
                    <a:bodyPr/>
                    <a:lstStyle/>
                    <a:p>
                      <a:r>
                        <a:rPr sz="1650" b="0">
                          <a:solidFill>
                            <a:srgbClr val="102640"/>
                          </a:solidFill>
                          <a:latin typeface="Malgun Gothic"/>
                          <a:ea typeface="Malgun Gothic"/>
                          <a:cs typeface="Malgun Gothic"/>
                        </a:rPr>
                        <a:t>무료</a:t>
                      </a:r>
                    </a:p>
                  </a:txBody>
                  <a:tcPr marL="91440" marR="91440" marT="45720" marB="45720">
                    <a:lnL w="9525">
                      <a:solidFill>
                        <a:srgbClr val="D7E3E7"/>
                      </a:solidFill>
                      <a:prstDash val="solid"/>
                    </a:lnL>
                    <a:lnR w="9525">
                      <a:solidFill>
                        <a:srgbClr val="D7E3E7"/>
                      </a:solidFill>
                      <a:prstDash val="solid"/>
                    </a:lnR>
                    <a:lnB w="9525">
                      <a:solidFill>
                        <a:srgbClr val="D7E3E7"/>
                      </a:solidFill>
                      <a:prstDash val="solid"/>
                    </a:lnB>
                    <a:solidFill>
                      <a:srgbClr val="F2F7F7"/>
                    </a:solidFill>
                  </a:tcPr>
                </a:tc>
                <a:tc>
                  <a:txBody>
                    <a:bodyPr/>
                    <a:lstStyle/>
                    <a:p>
                      <a:r>
                        <a:rPr sz="1650" b="0">
                          <a:solidFill>
                            <a:srgbClr val="102640"/>
                          </a:solidFill>
                          <a:latin typeface="Malgun Gothic"/>
                          <a:ea typeface="Malgun Gothic"/>
                          <a:cs typeface="Malgun Gothic"/>
                        </a:rPr>
                        <a:t>10개</a:t>
                      </a:r>
                    </a:p>
                  </a:txBody>
                  <a:tcPr marL="91440" marR="91440" marT="45720" marB="45720">
                    <a:lnR w="9525">
                      <a:solidFill>
                        <a:srgbClr val="D7E3E7"/>
                      </a:solidFill>
                      <a:prstDash val="solid"/>
                    </a:lnR>
                    <a:lnB w="9525">
                      <a:solidFill>
                        <a:srgbClr val="D7E3E7"/>
                      </a:solidFill>
                      <a:prstDash val="solid"/>
                    </a:lnB>
                    <a:solidFill>
                      <a:srgbClr val="F2F7F7"/>
                    </a:solidFill>
                  </a:tcPr>
                </a:tc>
                <a:tc>
                  <a:txBody>
                    <a:bodyPr/>
                    <a:lstStyle/>
                    <a:p>
                      <a:r>
                        <a:rPr sz="1650" b="0">
                          <a:solidFill>
                            <a:srgbClr val="102640"/>
                          </a:solidFill>
                          <a:latin typeface="Malgun Gothic"/>
                          <a:ea typeface="Malgun Gothic"/>
                          <a:cs typeface="Malgun Gothic"/>
                        </a:rPr>
                        <a:t>디바이스 1개 / 읽기 전용</a:t>
                      </a:r>
                    </a:p>
                  </a:txBody>
                  <a:tcPr marL="91440" marR="91440" marT="45720" marB="45720">
                    <a:lnR w="9525">
                      <a:solidFill>
                        <a:srgbClr val="D7E3E7"/>
                      </a:solidFill>
                      <a:prstDash val="solid"/>
                    </a:lnR>
                    <a:lnB w="9525">
                      <a:solidFill>
                        <a:srgbClr val="D7E3E7"/>
                      </a:solidFill>
                      <a:prstDash val="solid"/>
                    </a:lnB>
                    <a:solidFill>
                      <a:srgbClr val="F2F7F7"/>
                    </a:solidFill>
                  </a:tcPr>
                </a:tc>
              </a:tr>
              <a:tr h="642938">
                <a:tc>
                  <a:txBody>
                    <a:bodyPr/>
                    <a:lstStyle/>
                    <a:p>
                      <a:r>
                        <a:rPr sz="1650" b="0">
                          <a:solidFill>
                            <a:srgbClr val="102640"/>
                          </a:solidFill>
                          <a:latin typeface="Malgun Gothic"/>
                          <a:ea typeface="Malgun Gothic"/>
                          <a:cs typeface="Malgun Gothic"/>
                        </a:rPr>
                        <a:t>FieldScope 5000</a:t>
                      </a:r>
                    </a:p>
                  </a:txBody>
                  <a:tcPr marL="91440" marR="91440" marT="45720" marB="45720">
                    <a:lnL w="9525">
                      <a:solidFill>
                        <a:srgbClr val="D7E3E7"/>
                      </a:solidFill>
                      <a:prstDash val="solid"/>
                    </a:lnL>
                    <a:lnR w="9525">
                      <a:solidFill>
                        <a:srgbClr val="D7E3E7"/>
                      </a:solidFill>
                      <a:prstDash val="solid"/>
                    </a:lnR>
                    <a:lnB w="9525">
                      <a:solidFill>
                        <a:srgbClr val="D7E3E7"/>
                      </a:solidFill>
                      <a:prstDash val="solid"/>
                    </a:lnB>
                    <a:solidFill>
                      <a:srgbClr val="FFFFFF"/>
                    </a:solidFill>
                  </a:tcPr>
                </a:tc>
                <a:tc>
                  <a:txBody>
                    <a:bodyPr/>
                    <a:lstStyle/>
                    <a:p>
                      <a:r>
                        <a:rPr sz="1650" b="0">
                          <a:solidFill>
                            <a:srgbClr val="102640"/>
                          </a:solidFill>
                          <a:latin typeface="Malgun Gothic"/>
                          <a:ea typeface="Malgun Gothic"/>
                          <a:cs typeface="Malgun Gothic"/>
                        </a:rPr>
                        <a:t>5,000개</a:t>
                      </a:r>
                    </a:p>
                  </a:txBody>
                  <a:tcPr marL="91440" marR="91440" marT="45720" marB="45720">
                    <a:lnR w="9525">
                      <a:solidFill>
                        <a:srgbClr val="D7E3E7"/>
                      </a:solidFill>
                      <a:prstDash val="solid"/>
                    </a:lnR>
                    <a:lnB w="9525">
                      <a:solidFill>
                        <a:srgbClr val="D7E3E7"/>
                      </a:solidFill>
                      <a:prstDash val="solid"/>
                    </a:lnB>
                    <a:solidFill>
                      <a:srgbClr val="FFFFFF"/>
                    </a:solidFill>
                  </a:tcPr>
                </a:tc>
                <a:tc>
                  <a:txBody>
                    <a:bodyPr/>
                    <a:lstStyle/>
                    <a:p>
                      <a:r>
                        <a:rPr sz="1650" b="0">
                          <a:solidFill>
                            <a:srgbClr val="102640"/>
                          </a:solidFill>
                          <a:latin typeface="Malgun Gothic"/>
                          <a:ea typeface="Malgun Gothic"/>
                          <a:cs typeface="Malgun Gothic"/>
                        </a:rPr>
                        <a:t>태그 읽기·쓰기</a:t>
                      </a:r>
                    </a:p>
                  </a:txBody>
                  <a:tcPr marL="91440" marR="91440" marT="45720" marB="45720">
                    <a:lnR w="9525">
                      <a:solidFill>
                        <a:srgbClr val="D7E3E7"/>
                      </a:solidFill>
                      <a:prstDash val="solid"/>
                    </a:lnR>
                    <a:lnB w="9525">
                      <a:solidFill>
                        <a:srgbClr val="D7E3E7"/>
                      </a:solidFill>
                      <a:prstDash val="solid"/>
                    </a:lnB>
                    <a:solidFill>
                      <a:srgbClr val="FFFFFF"/>
                    </a:solidFill>
                  </a:tcPr>
                </a:tc>
              </a:tr>
              <a:tr h="642938">
                <a:tc>
                  <a:txBody>
                    <a:bodyPr/>
                    <a:lstStyle/>
                    <a:p>
                      <a:r>
                        <a:rPr sz="1650" b="0">
                          <a:solidFill>
                            <a:srgbClr val="102640"/>
                          </a:solidFill>
                          <a:latin typeface="Malgun Gothic"/>
                          <a:ea typeface="Malgun Gothic"/>
                          <a:cs typeface="Malgun Gothic"/>
                        </a:rPr>
                        <a:t>FieldScope 50000</a:t>
                      </a:r>
                    </a:p>
                  </a:txBody>
                  <a:tcPr marL="91440" marR="91440" marT="45720" marB="45720">
                    <a:lnL w="9525">
                      <a:solidFill>
                        <a:srgbClr val="D7E3E7"/>
                      </a:solidFill>
                      <a:prstDash val="solid"/>
                    </a:lnL>
                    <a:lnR w="9525">
                      <a:solidFill>
                        <a:srgbClr val="D7E3E7"/>
                      </a:solidFill>
                      <a:prstDash val="solid"/>
                    </a:lnR>
                    <a:lnB w="9525">
                      <a:solidFill>
                        <a:srgbClr val="D7E3E7"/>
                      </a:solidFill>
                      <a:prstDash val="solid"/>
                    </a:lnB>
                    <a:solidFill>
                      <a:srgbClr val="F2F7F7"/>
                    </a:solidFill>
                  </a:tcPr>
                </a:tc>
                <a:tc>
                  <a:txBody>
                    <a:bodyPr/>
                    <a:lstStyle/>
                    <a:p>
                      <a:r>
                        <a:rPr sz="1650" b="0">
                          <a:solidFill>
                            <a:srgbClr val="102640"/>
                          </a:solidFill>
                          <a:latin typeface="Malgun Gothic"/>
                          <a:ea typeface="Malgun Gothic"/>
                          <a:cs typeface="Malgun Gothic"/>
                        </a:rPr>
                        <a:t>50,000개</a:t>
                      </a:r>
                    </a:p>
                  </a:txBody>
                  <a:tcPr marL="91440" marR="91440" marT="45720" marB="45720">
                    <a:lnR w="9525">
                      <a:solidFill>
                        <a:srgbClr val="D7E3E7"/>
                      </a:solidFill>
                      <a:prstDash val="solid"/>
                    </a:lnR>
                    <a:lnB w="9525">
                      <a:solidFill>
                        <a:srgbClr val="D7E3E7"/>
                      </a:solidFill>
                      <a:prstDash val="solid"/>
                    </a:lnB>
                    <a:solidFill>
                      <a:srgbClr val="F2F7F7"/>
                    </a:solidFill>
                  </a:tcPr>
                </a:tc>
                <a:tc>
                  <a:txBody>
                    <a:bodyPr/>
                    <a:lstStyle/>
                    <a:p>
                      <a:r>
                        <a:rPr sz="1650" b="0">
                          <a:solidFill>
                            <a:srgbClr val="102640"/>
                          </a:solidFill>
                          <a:latin typeface="Malgun Gothic"/>
                          <a:ea typeface="Malgun Gothic"/>
                          <a:cs typeface="Malgun Gothic"/>
                        </a:rPr>
                        <a:t>태그 읽기·쓰기</a:t>
                      </a:r>
                    </a:p>
                  </a:txBody>
                  <a:tcPr marL="91440" marR="91440" marT="45720" marB="45720">
                    <a:lnR w="9525">
                      <a:solidFill>
                        <a:srgbClr val="D7E3E7"/>
                      </a:solidFill>
                      <a:prstDash val="solid"/>
                    </a:lnR>
                    <a:lnB w="9525">
                      <a:solidFill>
                        <a:srgbClr val="D7E3E7"/>
                      </a:solidFill>
                      <a:prstDash val="solid"/>
                    </a:lnB>
                    <a:solidFill>
                      <a:srgbClr val="F2F7F7"/>
                    </a:solidFill>
                  </a:tcPr>
                </a:tc>
              </a:tr>
            </a:tbl>
          </a:graphicData>
        </a:graphic>
      </p:graphicFrame>
      <p:sp>
        <p:nvSpPr>
          <p:cNvPr id="5" name="">
            <a:extLst xmlns:a="http://schemas.openxmlformats.org/drawingml/2006/main">
              <a:ext uri="{FF2B5EF4-FFF2-40B4-BE49-F238E27FC236}">
                <a16:creationId xmlns:a16="http://schemas.microsoft.com/office/drawing/2014/main" id="{CB582FF8-B58A-432F-91A4-B7488420B9D2}"/>
              </a:ext>
            </a:extLst>
          </p:cNvPr>
          <p:cNvSpPr>
            <a:spLocks xmlns:a="http://schemas.openxmlformats.org/drawingml/2006/main" noGrp="1"/>
          </p:cNvSpPr>
          <p:nvPr/>
        </p:nvSpPr>
        <p:spPr>
          <a:xfrm xmlns:a="http://schemas.openxmlformats.org/drawingml/2006/main">
            <a:off x="628650" y="5038725"/>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866B"/>
                </a:solidFill>
                <a:latin typeface="Malgun Gothic"/>
                <a:ea typeface="Malgun Gothic"/>
                <a:cs typeface="Malgun Gothic"/>
              </a:defRPr>
            </a:defPPr>
            <a:lvl1pPr>
              <a:defRPr sz="2025" b="1">
                <a:solidFill>
                  <a:srgbClr val="00866B"/>
                </a:solidFill>
                <a:latin typeface="Malgun Gothic"/>
                <a:ea typeface="Malgun Gothic"/>
                <a:cs typeface="Malgun Gothic"/>
              </a:defRPr>
            </a:lvl1pPr>
            <a:lvl2pPr>
              <a:defRPr sz="2025" b="1">
                <a:solidFill>
                  <a:srgbClr val="00866B"/>
                </a:solidFill>
                <a:latin typeface="Malgun Gothic"/>
                <a:ea typeface="Malgun Gothic"/>
                <a:cs typeface="Malgun Gothic"/>
              </a:defRPr>
            </a:lvl2pPr>
            <a:lvl3pPr>
              <a:defRPr sz="2025" b="1">
                <a:solidFill>
                  <a:srgbClr val="00866B"/>
                </a:solidFill>
                <a:latin typeface="Malgun Gothic"/>
                <a:ea typeface="Malgun Gothic"/>
                <a:cs typeface="Malgun Gothic"/>
              </a:defRPr>
            </a:lvl3pPr>
            <a:lvl4pPr>
              <a:defRPr sz="2025" b="1">
                <a:solidFill>
                  <a:srgbClr val="00866B"/>
                </a:solidFill>
                <a:latin typeface="Malgun Gothic"/>
                <a:ea typeface="Malgun Gothic"/>
                <a:cs typeface="Malgun Gothic"/>
              </a:defRPr>
            </a:lvl4pPr>
            <a:lvl5pPr>
              <a:defRPr sz="2025" b="1">
                <a:solidFill>
                  <a:srgbClr val="00866B"/>
                </a:solidFill>
                <a:latin typeface="Malgun Gothic"/>
                <a:ea typeface="Malgun Gothic"/>
                <a:cs typeface="Malgun Gothic"/>
              </a:defRPr>
            </a:lvl5pPr>
            <a:lvl6pPr>
              <a:defRPr sz="2025" b="1">
                <a:solidFill>
                  <a:srgbClr val="00866B"/>
                </a:solidFill>
                <a:latin typeface="Malgun Gothic"/>
                <a:ea typeface="Malgun Gothic"/>
                <a:cs typeface="Malgun Gothic"/>
              </a:defRPr>
            </a:lvl6pPr>
            <a:lvl7pPr>
              <a:defRPr sz="2025" b="1">
                <a:solidFill>
                  <a:srgbClr val="00866B"/>
                </a:solidFill>
                <a:latin typeface="Malgun Gothic"/>
                <a:ea typeface="Malgun Gothic"/>
                <a:cs typeface="Malgun Gothic"/>
              </a:defRPr>
            </a:lvl7pPr>
            <a:lvl8pPr>
              <a:defRPr sz="2025" b="1">
                <a:solidFill>
                  <a:srgbClr val="00866B"/>
                </a:solidFill>
                <a:latin typeface="Malgun Gothic"/>
                <a:ea typeface="Malgun Gothic"/>
                <a:cs typeface="Malgun Gothic"/>
              </a:defRPr>
            </a:lvl8pPr>
            <a:lvl9pPr>
              <a:defRPr sz="2025" b="1">
                <a:solidFill>
                  <a:srgbClr val="00866B"/>
                </a:solidFill>
                <a:latin typeface="Malgun Gothic"/>
                <a:ea typeface="Malgun Gothic"/>
                <a:cs typeface="Malgun Gothic"/>
              </a:defRPr>
            </a:lvl9pPr>
          </a:lstStyle>
          <a:p xmlns:a="http://schemas.openxmlformats.org/drawingml/2006/main">
            <a:pPr>
              <a:defRPr sz="2025" b="1">
                <a:solidFill>
                  <a:srgbClr val="00866B"/>
                </a:solidFill>
                <a:latin typeface="Malgun Gothic"/>
                <a:ea typeface="Malgun Gothic"/>
                <a:cs typeface="Malgun Gothic"/>
              </a:defRPr>
            </a:pPr>
            <a:r>
              <a:rPr sz="2025" b="1">
                <a:solidFill>
                  <a:srgbClr val="00866B"/>
                </a:solidFill>
                <a:latin typeface="Malgun Gothic"/>
                <a:ea typeface="Malgun Gothic"/>
                <a:cs typeface="Malgun Gothic"/>
              </a:rPr>
              <a:t>적용 중이면 허용량과 사용량을 크게 표시</a:t>
            </a:r>
          </a:p>
        </p:txBody>
      </p:sp>
      <p:sp>
        <p:nvSpPr>
          <p:cNvPr id="6" name="">
            <a:extLst xmlns:a="http://schemas.openxmlformats.org/drawingml/2006/main">
              <a:ext uri="{FF2B5EF4-FFF2-40B4-BE49-F238E27FC236}">
                <a16:creationId xmlns:a16="http://schemas.microsoft.com/office/drawing/2014/main" id="{921813EE-262A-4650-9CE4-82ABDA39CFCA}"/>
              </a:ext>
            </a:extLst>
          </p:cNvPr>
          <p:cNvSpPr>
            <a:spLocks xmlns:a="http://schemas.openxmlformats.org/drawingml/2006/main" noGrp="1"/>
          </p:cNvSpPr>
          <p:nvPr/>
        </p:nvSpPr>
        <p:spPr>
          <a:xfrm xmlns:a="http://schemas.openxmlformats.org/drawingml/2006/main">
            <a:off x="628650" y="5715000"/>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26173"/>
                </a:solidFill>
                <a:latin typeface="Malgun Gothic"/>
                <a:ea typeface="Malgun Gothic"/>
                <a:cs typeface="Malgun Gothic"/>
              </a:defRPr>
            </a:defPPr>
            <a:lvl1pPr>
              <a:defRPr sz="1500" b="0">
                <a:solidFill>
                  <a:srgbClr val="526173"/>
                </a:solidFill>
                <a:latin typeface="Malgun Gothic"/>
                <a:ea typeface="Malgun Gothic"/>
                <a:cs typeface="Malgun Gothic"/>
              </a:defRPr>
            </a:lvl1pPr>
            <a:lvl2pPr>
              <a:defRPr sz="1500" b="0">
                <a:solidFill>
                  <a:srgbClr val="526173"/>
                </a:solidFill>
                <a:latin typeface="Malgun Gothic"/>
                <a:ea typeface="Malgun Gothic"/>
                <a:cs typeface="Malgun Gothic"/>
              </a:defRPr>
            </a:lvl2pPr>
            <a:lvl3pPr>
              <a:defRPr sz="1500" b="0">
                <a:solidFill>
                  <a:srgbClr val="526173"/>
                </a:solidFill>
                <a:latin typeface="Malgun Gothic"/>
                <a:ea typeface="Malgun Gothic"/>
                <a:cs typeface="Malgun Gothic"/>
              </a:defRPr>
            </a:lvl3pPr>
            <a:lvl4pPr>
              <a:defRPr sz="1500" b="0">
                <a:solidFill>
                  <a:srgbClr val="526173"/>
                </a:solidFill>
                <a:latin typeface="Malgun Gothic"/>
                <a:ea typeface="Malgun Gothic"/>
                <a:cs typeface="Malgun Gothic"/>
              </a:defRPr>
            </a:lvl4pPr>
            <a:lvl5pPr>
              <a:defRPr sz="1500" b="0">
                <a:solidFill>
                  <a:srgbClr val="526173"/>
                </a:solidFill>
                <a:latin typeface="Malgun Gothic"/>
                <a:ea typeface="Malgun Gothic"/>
                <a:cs typeface="Malgun Gothic"/>
              </a:defRPr>
            </a:lvl5pPr>
            <a:lvl6pPr>
              <a:defRPr sz="1500" b="0">
                <a:solidFill>
                  <a:srgbClr val="526173"/>
                </a:solidFill>
                <a:latin typeface="Malgun Gothic"/>
                <a:ea typeface="Malgun Gothic"/>
                <a:cs typeface="Malgun Gothic"/>
              </a:defRPr>
            </a:lvl6pPr>
            <a:lvl7pPr>
              <a:defRPr sz="1500" b="0">
                <a:solidFill>
                  <a:srgbClr val="526173"/>
                </a:solidFill>
                <a:latin typeface="Malgun Gothic"/>
                <a:ea typeface="Malgun Gothic"/>
                <a:cs typeface="Malgun Gothic"/>
              </a:defRPr>
            </a:lvl7pPr>
            <a:lvl8pPr>
              <a:defRPr sz="1500" b="0">
                <a:solidFill>
                  <a:srgbClr val="526173"/>
                </a:solidFill>
                <a:latin typeface="Malgun Gothic"/>
                <a:ea typeface="Malgun Gothic"/>
                <a:cs typeface="Malgun Gothic"/>
              </a:defRPr>
            </a:lvl8pPr>
            <a:lvl9pPr>
              <a:defRPr sz="1500" b="0">
                <a:solidFill>
                  <a:srgbClr val="526173"/>
                </a:solidFill>
                <a:latin typeface="Malgun Gothic"/>
                <a:ea typeface="Malgun Gothic"/>
                <a:cs typeface="Malgun Gothic"/>
              </a:defRPr>
            </a:lvl9pPr>
          </a:lstStyle>
          <a:p xmlns:a="http://schemas.openxmlformats.org/drawingml/2006/main">
            <a:pPr>
              <a:defRPr sz="1500" b="0">
                <a:solidFill>
                  <a:srgbClr val="526173"/>
                </a:solidFill>
                <a:latin typeface="Malgun Gothic"/>
                <a:ea typeface="Malgun Gothic"/>
                <a:cs typeface="Malgun Gothic"/>
              </a:defRPr>
            </a:pPr>
            <a:r>
              <a:rPr sz="1500" b="0">
                <a:solidFill>
                  <a:srgbClr val="526173"/>
                </a:solidFill>
                <a:latin typeface="Malgun Gothic"/>
                <a:ea typeface="Malgun Gothic"/>
                <a:cs typeface="Malgun Gothic"/>
              </a:rPr>
              <a:t>쓰기에는 태그 권한과 사용자 확인이 필요합니다.</a:t>
            </a:r>
          </a:p>
          <a:p xmlns:a="http://schemas.openxmlformats.org/drawingml/2006/main">
            <a:pPr>
              <a:defRPr sz="1500" b="0">
                <a:solidFill>
                  <a:srgbClr val="526173"/>
                </a:solidFill>
                <a:latin typeface="Malgun Gothic"/>
                <a:ea typeface="Malgun Gothic"/>
                <a:cs typeface="Malgun Gothic"/>
              </a:defRPr>
            </a:pPr>
            <a:r>
              <a:rPr sz="1500" b="0">
                <a:solidFill>
                  <a:srgbClr val="526173"/>
                </a:solidFill>
                <a:latin typeface="Malgun Gothic"/>
                <a:ea typeface="Malgun Gothic"/>
                <a:cs typeface="Malgun Gothic"/>
              </a:rPr>
              <a:t>허용 태그 수량은 갱신 속도 보장 수치가 아닙니다.</a:t>
            </a:r>
          </a:p>
        </p:txBody>
      </p:sp>
      <p:pic>
        <p:nvPicPr>
          <p:cNvPr id="7" name="">
            <a:extLst xmlns:a="http://schemas.openxmlformats.org/drawingml/2006/main">
              <a:ext uri="{FF2B5EF4-FFF2-40B4-BE49-F238E27FC236}">
                <a16:creationId xmlns:a16="http://schemas.microsoft.com/office/drawing/2014/main" id="{A8C47D1E-CCFD-4C51-A9F0-23615045E14C}"/>
              </a:ext>
            </a:extLst>
          </p:cNvPr>
          <p:cNvPicPr>
            <a:picLocks xmlns:a="http://schemas.openxmlformats.org/drawingml/2006/main" noChangeAspect="1"/>
          </p:cNvPicPr>
          <p:nvPr/>
        </p:nvPicPr>
        <p:blipFill>
          <a:blip xmlns:r="http://schemas.openxmlformats.org/officeDocument/2006/relationships" xmlns:a="http://schemas.openxmlformats.org/drawingml/2006/main" r:embed="R7b101326fa9745b1"/>
          <a:stretch xmlns:a="http://schemas.openxmlformats.org/drawingml/2006/main"/>
        </p:blipFill>
        <p:spPr>
          <a:xfrm xmlns:a="http://schemas.openxmlformats.org/drawingml/2006/main">
            <a:off x="8620125" y="1717146"/>
            <a:ext cx="2381250" cy="423333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CC18A63-BAA6-495A-B229-9609DF167125}"/>
              </a:ext>
            </a:extLst>
          </p:cNvPr>
          <p:cNvSpPr>
            <a:spLocks xmlns:a="http://schemas.openxmlformats.org/drawingml/2006/main" noGrp="1"/>
          </p:cNvSpPr>
          <p:nvPr/>
        </p:nvSpPr>
        <p:spPr>
          <a:xfrm xmlns:a="http://schemas.openxmlformats.org/drawingml/2006/main">
            <a:off x="8239125" y="60960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무료 상태 표시 예시</a:t>
            </a:r>
          </a:p>
        </p:txBody>
      </p:sp>
    </p:spTree>
    <p:extLst>
      <p:ext uri="{BB962C8B-B14F-4D97-AF65-F5344CB8AC3E}">
        <p14:creationId xmlns:p14="http://schemas.microsoft.com/office/powerpoint/2010/main" val="7615067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96FFD9A-E126-48B0-92C7-759ED5FF08A4}"/>
              </a:ext>
            </a:extLst>
          </p:cNvPr>
          <p:cNvSpPr>
            <a:spLocks xmlns:a="http://schemas.openxmlformats.org/drawingml/2006/main" noGrp="1"/>
          </p:cNvSpPr>
          <p:nvPr/>
        </p:nvSpPr>
        <p:spPr>
          <a:xfrm xmlns:a="http://schemas.openxmlformats.org/drawingml/2006/main">
            <a:off x="1133475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12</a:t>
            </a:r>
          </a:p>
        </p:txBody>
      </p:sp>
      <p:sp>
        <p:nvSpPr>
          <p:cNvPr id="2" name="">
            <a:extLst xmlns:a="http://schemas.openxmlformats.org/drawingml/2006/main">
              <a:ext uri="{FF2B5EF4-FFF2-40B4-BE49-F238E27FC236}">
                <a16:creationId xmlns:a16="http://schemas.microsoft.com/office/drawing/2014/main" id="{B0413F30-E0C3-4944-92C7-F70762838465}"/>
              </a:ext>
            </a:extLst>
          </p:cNvPr>
          <p:cNvSpPr>
            <a:spLocks xmlns:a="http://schemas.openxmlformats.org/drawingml/2006/main" noGrp="1"/>
          </p:cNvSpPr>
          <p:nvPr/>
        </p:nvSpPr>
        <p:spPr>
          <a:xfrm xmlns:a="http://schemas.openxmlformats.org/drawingml/2006/main">
            <a:off x="609600" y="4572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02640"/>
                </a:solidFill>
                <a:latin typeface="Malgun Gothic"/>
                <a:ea typeface="Malgun Gothic"/>
                <a:cs typeface="Malgun Gothic"/>
              </a:defRPr>
            </a:defPPr>
            <a:lvl1pPr>
              <a:defRPr sz="3150" b="1">
                <a:solidFill>
                  <a:srgbClr val="102640"/>
                </a:solidFill>
                <a:latin typeface="Malgun Gothic"/>
                <a:ea typeface="Malgun Gothic"/>
                <a:cs typeface="Malgun Gothic"/>
              </a:defRPr>
            </a:lvl1pPr>
            <a:lvl2pPr>
              <a:defRPr sz="3150" b="1">
                <a:solidFill>
                  <a:srgbClr val="102640"/>
                </a:solidFill>
                <a:latin typeface="Malgun Gothic"/>
                <a:ea typeface="Malgun Gothic"/>
                <a:cs typeface="Malgun Gothic"/>
              </a:defRPr>
            </a:lvl2pPr>
            <a:lvl3pPr>
              <a:defRPr sz="3150" b="1">
                <a:solidFill>
                  <a:srgbClr val="102640"/>
                </a:solidFill>
                <a:latin typeface="Malgun Gothic"/>
                <a:ea typeface="Malgun Gothic"/>
                <a:cs typeface="Malgun Gothic"/>
              </a:defRPr>
            </a:lvl3pPr>
            <a:lvl4pPr>
              <a:defRPr sz="3150" b="1">
                <a:solidFill>
                  <a:srgbClr val="102640"/>
                </a:solidFill>
                <a:latin typeface="Malgun Gothic"/>
                <a:ea typeface="Malgun Gothic"/>
                <a:cs typeface="Malgun Gothic"/>
              </a:defRPr>
            </a:lvl4pPr>
            <a:lvl5pPr>
              <a:defRPr sz="3150" b="1">
                <a:solidFill>
                  <a:srgbClr val="102640"/>
                </a:solidFill>
                <a:latin typeface="Malgun Gothic"/>
                <a:ea typeface="Malgun Gothic"/>
                <a:cs typeface="Malgun Gothic"/>
              </a:defRPr>
            </a:lvl5pPr>
            <a:lvl6pPr>
              <a:defRPr sz="3150" b="1">
                <a:solidFill>
                  <a:srgbClr val="102640"/>
                </a:solidFill>
                <a:latin typeface="Malgun Gothic"/>
                <a:ea typeface="Malgun Gothic"/>
                <a:cs typeface="Malgun Gothic"/>
              </a:defRPr>
            </a:lvl6pPr>
            <a:lvl7pPr>
              <a:defRPr sz="3150" b="1">
                <a:solidFill>
                  <a:srgbClr val="102640"/>
                </a:solidFill>
                <a:latin typeface="Malgun Gothic"/>
                <a:ea typeface="Malgun Gothic"/>
                <a:cs typeface="Malgun Gothic"/>
              </a:defRPr>
            </a:lvl7pPr>
            <a:lvl8pPr>
              <a:defRPr sz="3150" b="1">
                <a:solidFill>
                  <a:srgbClr val="102640"/>
                </a:solidFill>
                <a:latin typeface="Malgun Gothic"/>
                <a:ea typeface="Malgun Gothic"/>
                <a:cs typeface="Malgun Gothic"/>
              </a:defRPr>
            </a:lvl8pPr>
            <a:lvl9pPr>
              <a:defRPr sz="3150" b="1">
                <a:solidFill>
                  <a:srgbClr val="102640"/>
                </a:solidFill>
                <a:latin typeface="Malgun Gothic"/>
                <a:ea typeface="Malgun Gothic"/>
                <a:cs typeface="Malgun Gothic"/>
              </a:defRPr>
            </a:lvl9pPr>
          </a:lstStyle>
          <a:p xmlns:a="http://schemas.openxmlformats.org/drawingml/2006/main">
            <a:pPr>
              <a:defRPr sz="3150" b="1">
                <a:solidFill>
                  <a:srgbClr val="102640"/>
                </a:solidFill>
                <a:latin typeface="Malgun Gothic"/>
                <a:ea typeface="Malgun Gothic"/>
                <a:cs typeface="Malgun Gothic"/>
              </a:defRPr>
            </a:pPr>
            <a:r>
              <a:rPr sz="3150" b="1">
                <a:solidFill>
                  <a:srgbClr val="102640"/>
                </a:solidFill>
                <a:latin typeface="Malgun Gothic"/>
                <a:ea typeface="Malgun Gothic"/>
                <a:cs typeface="Malgun Gothic"/>
              </a:rPr>
              <a:t>요청 파일 발급과 라이선스 적용</a:t>
            </a:r>
          </a:p>
        </p:txBody>
      </p:sp>
      <p:sp>
        <p:nvSpPr>
          <p:cNvPr id="3" name="">
            <a:extLst xmlns:a="http://schemas.openxmlformats.org/drawingml/2006/main">
              <a:ext uri="{FF2B5EF4-FFF2-40B4-BE49-F238E27FC236}">
                <a16:creationId xmlns:a16="http://schemas.microsoft.com/office/drawing/2014/main" id="{04F9399A-97D1-40CF-BB97-59B087D54A53}"/>
              </a:ext>
            </a:extLst>
          </p:cNvPr>
          <p:cNvSpPr>
            <a:spLocks xmlns:a="http://schemas.openxmlformats.org/drawingml/2006/main" noGrp="1"/>
          </p:cNvSpPr>
          <p:nvPr/>
        </p:nvSpPr>
        <p:spPr>
          <a:xfrm xmlns:a="http://schemas.openxmlformats.org/drawingml/2006/main">
            <a:off x="628650" y="1152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0866B"/>
                </a:solidFill>
                <a:latin typeface="Malgun Gothic"/>
                <a:ea typeface="Malgun Gothic"/>
                <a:cs typeface="Malgun Gothic"/>
              </a:defRPr>
            </a:defPPr>
            <a:lvl1pPr>
              <a:defRPr sz="1725" b="0">
                <a:solidFill>
                  <a:srgbClr val="00866B"/>
                </a:solidFill>
                <a:latin typeface="Malgun Gothic"/>
                <a:ea typeface="Malgun Gothic"/>
                <a:cs typeface="Malgun Gothic"/>
              </a:defRPr>
            </a:lvl1pPr>
            <a:lvl2pPr>
              <a:defRPr sz="1725" b="0">
                <a:solidFill>
                  <a:srgbClr val="00866B"/>
                </a:solidFill>
                <a:latin typeface="Malgun Gothic"/>
                <a:ea typeface="Malgun Gothic"/>
                <a:cs typeface="Malgun Gothic"/>
              </a:defRPr>
            </a:lvl2pPr>
            <a:lvl3pPr>
              <a:defRPr sz="1725" b="0">
                <a:solidFill>
                  <a:srgbClr val="00866B"/>
                </a:solidFill>
                <a:latin typeface="Malgun Gothic"/>
                <a:ea typeface="Malgun Gothic"/>
                <a:cs typeface="Malgun Gothic"/>
              </a:defRPr>
            </a:lvl3pPr>
            <a:lvl4pPr>
              <a:defRPr sz="1725" b="0">
                <a:solidFill>
                  <a:srgbClr val="00866B"/>
                </a:solidFill>
                <a:latin typeface="Malgun Gothic"/>
                <a:ea typeface="Malgun Gothic"/>
                <a:cs typeface="Malgun Gothic"/>
              </a:defRPr>
            </a:lvl4pPr>
            <a:lvl5pPr>
              <a:defRPr sz="1725" b="0">
                <a:solidFill>
                  <a:srgbClr val="00866B"/>
                </a:solidFill>
                <a:latin typeface="Malgun Gothic"/>
                <a:ea typeface="Malgun Gothic"/>
                <a:cs typeface="Malgun Gothic"/>
              </a:defRPr>
            </a:lvl5pPr>
            <a:lvl6pPr>
              <a:defRPr sz="1725" b="0">
                <a:solidFill>
                  <a:srgbClr val="00866B"/>
                </a:solidFill>
                <a:latin typeface="Malgun Gothic"/>
                <a:ea typeface="Malgun Gothic"/>
                <a:cs typeface="Malgun Gothic"/>
              </a:defRPr>
            </a:lvl6pPr>
            <a:lvl7pPr>
              <a:defRPr sz="1725" b="0">
                <a:solidFill>
                  <a:srgbClr val="00866B"/>
                </a:solidFill>
                <a:latin typeface="Malgun Gothic"/>
                <a:ea typeface="Malgun Gothic"/>
                <a:cs typeface="Malgun Gothic"/>
              </a:defRPr>
            </a:lvl7pPr>
            <a:lvl8pPr>
              <a:defRPr sz="1725" b="0">
                <a:solidFill>
                  <a:srgbClr val="00866B"/>
                </a:solidFill>
                <a:latin typeface="Malgun Gothic"/>
                <a:ea typeface="Malgun Gothic"/>
                <a:cs typeface="Malgun Gothic"/>
              </a:defRPr>
            </a:lvl8pPr>
            <a:lvl9pPr>
              <a:defRPr sz="1725" b="0">
                <a:solidFill>
                  <a:srgbClr val="00866B"/>
                </a:solidFill>
                <a:latin typeface="Malgun Gothic"/>
                <a:ea typeface="Malgun Gothic"/>
                <a:cs typeface="Malgun Gothic"/>
              </a:defRPr>
            </a:lvl9pPr>
          </a:lstStyle>
          <a:p xmlns:a="http://schemas.openxmlformats.org/drawingml/2006/main">
            <a:pPr>
              <a:defRPr sz="1725" b="0">
                <a:solidFill>
                  <a:srgbClr val="00866B"/>
                </a:solidFill>
                <a:latin typeface="Malgun Gothic"/>
                <a:ea typeface="Malgun Gothic"/>
                <a:cs typeface="Malgun Gothic"/>
              </a:defRPr>
            </a:pPr>
            <a:r>
              <a:rPr sz="1725" b="0">
                <a:solidFill>
                  <a:srgbClr val="00866B"/>
                </a:solidFill>
                <a:latin typeface="Malgun Gothic"/>
                <a:ea typeface="Malgun Gothic"/>
                <a:cs typeface="Malgun Gothic"/>
              </a:rPr>
              <a:t>기기별 요청 파일을 공유하고 발급 파일을 등록합니다</a:t>
            </a:r>
          </a:p>
        </p:txBody>
      </p:sp>
      <p:sp>
        <p:nvSpPr>
          <p:cNvPr id="4" name="">
            <a:extLst xmlns:a="http://schemas.openxmlformats.org/drawingml/2006/main">
              <a:ext uri="{FF2B5EF4-FFF2-40B4-BE49-F238E27FC236}">
                <a16:creationId xmlns:a16="http://schemas.microsoft.com/office/drawing/2014/main" id="{6FD89DBD-2AE6-4025-A2D5-0D8557BC1810}"/>
              </a:ext>
            </a:extLst>
          </p:cNvPr>
          <p:cNvSpPr>
            <a:spLocks xmlns:a="http://schemas.openxmlformats.org/drawingml/2006/main" noGrp="1"/>
          </p:cNvSpPr>
          <p:nvPr/>
        </p:nvSpPr>
        <p:spPr>
          <a:xfrm xmlns:a="http://schemas.openxmlformats.org/drawingml/2006/main">
            <a:off x="628650" y="20097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파일과 안내 문구를 함께 공유</a:t>
            </a:r>
          </a:p>
        </p:txBody>
      </p:sp>
      <p:sp>
        <p:nvSpPr>
          <p:cNvPr id="5" name="">
            <a:extLst xmlns:a="http://schemas.openxmlformats.org/drawingml/2006/main">
              <a:ext uri="{FF2B5EF4-FFF2-40B4-BE49-F238E27FC236}">
                <a16:creationId xmlns:a16="http://schemas.microsoft.com/office/drawing/2014/main" id="{16807BD2-9BC5-409B-83EE-AEC9661BD981}"/>
              </a:ext>
            </a:extLst>
          </p:cNvPr>
          <p:cNvSpPr>
            <a:spLocks xmlns:a="http://schemas.openxmlformats.org/drawingml/2006/main" noGrp="1"/>
          </p:cNvSpPr>
          <p:nvPr/>
        </p:nvSpPr>
        <p:spPr>
          <a:xfrm xmlns:a="http://schemas.openxmlformats.org/drawingml/2006/main">
            <a:off x="628650" y="24765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요청 JSON과 기기 확인용 안내를</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Android 공유 창으로 전달합니다.</a:t>
            </a:r>
          </a:p>
        </p:txBody>
      </p:sp>
      <p:sp>
        <p:nvSpPr>
          <p:cNvPr id="6" name="">
            <a:extLst xmlns:a="http://schemas.openxmlformats.org/drawingml/2006/main">
              <a:ext uri="{FF2B5EF4-FFF2-40B4-BE49-F238E27FC236}">
                <a16:creationId xmlns:a16="http://schemas.microsoft.com/office/drawing/2014/main" id="{A26D89C8-7CB6-453D-8809-D21FE3678E57}"/>
              </a:ext>
            </a:extLst>
          </p:cNvPr>
          <p:cNvSpPr>
            <a:spLocks xmlns:a="http://schemas.openxmlformats.org/drawingml/2006/main" noGrp="1"/>
          </p:cNvSpPr>
          <p:nvPr/>
        </p:nvSpPr>
        <p:spPr>
          <a:xfrm xmlns:a="http://schemas.openxmlformats.org/drawingml/2006/main">
            <a:off x="628650" y="38100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고정 폴더에서 자동 인식</a:t>
            </a:r>
          </a:p>
        </p:txBody>
      </p:sp>
      <p:sp>
        <p:nvSpPr>
          <p:cNvPr id="7" name="">
            <a:extLst xmlns:a="http://schemas.openxmlformats.org/drawingml/2006/main">
              <a:ext uri="{FF2B5EF4-FFF2-40B4-BE49-F238E27FC236}">
                <a16:creationId xmlns:a16="http://schemas.microsoft.com/office/drawing/2014/main" id="{A640056B-41D8-47E3-BC32-5EA0A045B6BC}"/>
              </a:ext>
            </a:extLst>
          </p:cNvPr>
          <p:cNvSpPr>
            <a:spLocks xmlns:a="http://schemas.openxmlformats.org/drawingml/2006/main" noGrp="1"/>
          </p:cNvSpPr>
          <p:nvPr/>
        </p:nvSpPr>
        <p:spPr>
          <a:xfrm xmlns:a="http://schemas.openxmlformats.org/drawingml/2006/main">
            <a:off x="628650" y="4276725"/>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최초 폴더 접근 허용 후 발급 파일을 목록에 표시합니다.</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검증·등록하고 프로그램을 재시작하면 반영됩니다.</a:t>
            </a:r>
          </a:p>
        </p:txBody>
      </p:sp>
      <p:pic>
        <p:nvPicPr>
          <p:cNvPr id="8" name="">
            <a:extLst xmlns:a="http://schemas.openxmlformats.org/drawingml/2006/main">
              <a:ext uri="{FF2B5EF4-FFF2-40B4-BE49-F238E27FC236}">
                <a16:creationId xmlns:a16="http://schemas.microsoft.com/office/drawing/2014/main" id="{56FD227D-E19B-483A-AA26-52C7EA41C45E}"/>
              </a:ext>
            </a:extLst>
          </p:cNvPr>
          <p:cNvPicPr>
            <a:picLocks xmlns:a="http://schemas.openxmlformats.org/drawingml/2006/main" noChangeAspect="1"/>
          </p:cNvPicPr>
          <p:nvPr/>
        </p:nvPicPr>
        <p:blipFill>
          <a:blip xmlns:r="http://schemas.openxmlformats.org/officeDocument/2006/relationships" xmlns:a="http://schemas.openxmlformats.org/drawingml/2006/main" r:embed="R216ac44ad8ce4877"/>
          <a:stretch xmlns:a="http://schemas.openxmlformats.org/drawingml/2006/main"/>
        </p:blipFill>
        <p:spPr>
          <a:xfrm xmlns:a="http://schemas.openxmlformats.org/drawingml/2006/main">
            <a:off x="8574286" y="1714500"/>
            <a:ext cx="2453878" cy="4362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4BC57A5-E148-427B-93CC-2DCA6FA8F0CB}"/>
              </a:ext>
            </a:extLst>
          </p:cNvPr>
          <p:cNvSpPr>
            <a:spLocks xmlns:a="http://schemas.openxmlformats.org/drawingml/2006/main" noGrp="1"/>
          </p:cNvSpPr>
          <p:nvPr/>
        </p:nvSpPr>
        <p:spPr>
          <a:xfrm xmlns:a="http://schemas.openxmlformats.org/drawingml/2006/main">
            <a:off x="8239125" y="60960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요청 파일 공유·중복 생성 차단</a:t>
            </a:r>
          </a:p>
        </p:txBody>
      </p:sp>
    </p:spTree>
    <p:extLst>
      <p:ext uri="{BB962C8B-B14F-4D97-AF65-F5344CB8AC3E}">
        <p14:creationId xmlns:p14="http://schemas.microsoft.com/office/powerpoint/2010/main" val="119801754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11C04EC-B1E4-4D89-9B69-9DB21F1F5696}"/>
              </a:ext>
            </a:extLst>
          </p:cNvPr>
          <p:cNvSpPr>
            <a:spLocks xmlns:a="http://schemas.openxmlformats.org/drawingml/2006/main" noGrp="1"/>
          </p:cNvSpPr>
          <p:nvPr/>
        </p:nvSpPr>
        <p:spPr>
          <a:xfrm xmlns:a="http://schemas.openxmlformats.org/drawingml/2006/main">
            <a:off x="1133475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13</a:t>
            </a:r>
          </a:p>
        </p:txBody>
      </p:sp>
      <p:sp>
        <p:nvSpPr>
          <p:cNvPr id="2" name="">
            <a:extLst xmlns:a="http://schemas.openxmlformats.org/drawingml/2006/main">
              <a:ext uri="{FF2B5EF4-FFF2-40B4-BE49-F238E27FC236}">
                <a16:creationId xmlns:a16="http://schemas.microsoft.com/office/drawing/2014/main" id="{196D1DE9-01B8-4BF7-9AE2-E458697FC109}"/>
              </a:ext>
            </a:extLst>
          </p:cNvPr>
          <p:cNvSpPr>
            <a:spLocks xmlns:a="http://schemas.openxmlformats.org/drawingml/2006/main" noGrp="1"/>
          </p:cNvSpPr>
          <p:nvPr/>
        </p:nvSpPr>
        <p:spPr>
          <a:xfrm xmlns:a="http://schemas.openxmlformats.org/drawingml/2006/main">
            <a:off x="609600" y="4572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02640"/>
                </a:solidFill>
                <a:latin typeface="Malgun Gothic"/>
                <a:ea typeface="Malgun Gothic"/>
                <a:cs typeface="Malgun Gothic"/>
              </a:defRPr>
            </a:defPPr>
            <a:lvl1pPr>
              <a:defRPr sz="3150" b="1">
                <a:solidFill>
                  <a:srgbClr val="102640"/>
                </a:solidFill>
                <a:latin typeface="Malgun Gothic"/>
                <a:ea typeface="Malgun Gothic"/>
                <a:cs typeface="Malgun Gothic"/>
              </a:defRPr>
            </a:lvl1pPr>
            <a:lvl2pPr>
              <a:defRPr sz="3150" b="1">
                <a:solidFill>
                  <a:srgbClr val="102640"/>
                </a:solidFill>
                <a:latin typeface="Malgun Gothic"/>
                <a:ea typeface="Malgun Gothic"/>
                <a:cs typeface="Malgun Gothic"/>
              </a:defRPr>
            </a:lvl2pPr>
            <a:lvl3pPr>
              <a:defRPr sz="3150" b="1">
                <a:solidFill>
                  <a:srgbClr val="102640"/>
                </a:solidFill>
                <a:latin typeface="Malgun Gothic"/>
                <a:ea typeface="Malgun Gothic"/>
                <a:cs typeface="Malgun Gothic"/>
              </a:defRPr>
            </a:lvl3pPr>
            <a:lvl4pPr>
              <a:defRPr sz="3150" b="1">
                <a:solidFill>
                  <a:srgbClr val="102640"/>
                </a:solidFill>
                <a:latin typeface="Malgun Gothic"/>
                <a:ea typeface="Malgun Gothic"/>
                <a:cs typeface="Malgun Gothic"/>
              </a:defRPr>
            </a:lvl4pPr>
            <a:lvl5pPr>
              <a:defRPr sz="3150" b="1">
                <a:solidFill>
                  <a:srgbClr val="102640"/>
                </a:solidFill>
                <a:latin typeface="Malgun Gothic"/>
                <a:ea typeface="Malgun Gothic"/>
                <a:cs typeface="Malgun Gothic"/>
              </a:defRPr>
            </a:lvl5pPr>
            <a:lvl6pPr>
              <a:defRPr sz="3150" b="1">
                <a:solidFill>
                  <a:srgbClr val="102640"/>
                </a:solidFill>
                <a:latin typeface="Malgun Gothic"/>
                <a:ea typeface="Malgun Gothic"/>
                <a:cs typeface="Malgun Gothic"/>
              </a:defRPr>
            </a:lvl6pPr>
            <a:lvl7pPr>
              <a:defRPr sz="3150" b="1">
                <a:solidFill>
                  <a:srgbClr val="102640"/>
                </a:solidFill>
                <a:latin typeface="Malgun Gothic"/>
                <a:ea typeface="Malgun Gothic"/>
                <a:cs typeface="Malgun Gothic"/>
              </a:defRPr>
            </a:lvl7pPr>
            <a:lvl8pPr>
              <a:defRPr sz="3150" b="1">
                <a:solidFill>
                  <a:srgbClr val="102640"/>
                </a:solidFill>
                <a:latin typeface="Malgun Gothic"/>
                <a:ea typeface="Malgun Gothic"/>
                <a:cs typeface="Malgun Gothic"/>
              </a:defRPr>
            </a:lvl8pPr>
            <a:lvl9pPr>
              <a:defRPr sz="3150" b="1">
                <a:solidFill>
                  <a:srgbClr val="102640"/>
                </a:solidFill>
                <a:latin typeface="Malgun Gothic"/>
                <a:ea typeface="Malgun Gothic"/>
                <a:cs typeface="Malgun Gothic"/>
              </a:defRPr>
            </a:lvl9pPr>
          </a:lstStyle>
          <a:p xmlns:a="http://schemas.openxmlformats.org/drawingml/2006/main">
            <a:pPr>
              <a:defRPr sz="3150" b="1">
                <a:solidFill>
                  <a:srgbClr val="102640"/>
                </a:solidFill>
                <a:latin typeface="Malgun Gothic"/>
                <a:ea typeface="Malgun Gothic"/>
                <a:cs typeface="Malgun Gothic"/>
              </a:defRPr>
            </a:pPr>
            <a:r>
              <a:rPr sz="3150" b="1">
                <a:solidFill>
                  <a:srgbClr val="102640"/>
                </a:solidFill>
                <a:latin typeface="Malgun Gothic"/>
                <a:ea typeface="Malgun Gothic"/>
                <a:cs typeface="Malgun Gothic"/>
              </a:rPr>
              <a:t>설치와 운영</a:t>
            </a:r>
          </a:p>
        </p:txBody>
      </p:sp>
      <p:sp>
        <p:nvSpPr>
          <p:cNvPr id="3" name="">
            <a:extLst xmlns:a="http://schemas.openxmlformats.org/drawingml/2006/main">
              <a:ext uri="{FF2B5EF4-FFF2-40B4-BE49-F238E27FC236}">
                <a16:creationId xmlns:a16="http://schemas.microsoft.com/office/drawing/2014/main" id="{52FF717F-0D74-4A59-A0A8-18C2A56C5077}"/>
              </a:ext>
            </a:extLst>
          </p:cNvPr>
          <p:cNvSpPr>
            <a:spLocks xmlns:a="http://schemas.openxmlformats.org/drawingml/2006/main" noGrp="1"/>
          </p:cNvSpPr>
          <p:nvPr/>
        </p:nvSpPr>
        <p:spPr>
          <a:xfrm xmlns:a="http://schemas.openxmlformats.org/drawingml/2006/main">
            <a:off x="628650" y="1152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0866B"/>
                </a:solidFill>
                <a:latin typeface="Malgun Gothic"/>
                <a:ea typeface="Malgun Gothic"/>
                <a:cs typeface="Malgun Gothic"/>
              </a:defRPr>
            </a:defPPr>
            <a:lvl1pPr>
              <a:defRPr sz="1725" b="0">
                <a:solidFill>
                  <a:srgbClr val="00866B"/>
                </a:solidFill>
                <a:latin typeface="Malgun Gothic"/>
                <a:ea typeface="Malgun Gothic"/>
                <a:cs typeface="Malgun Gothic"/>
              </a:defRPr>
            </a:lvl1pPr>
            <a:lvl2pPr>
              <a:defRPr sz="1725" b="0">
                <a:solidFill>
                  <a:srgbClr val="00866B"/>
                </a:solidFill>
                <a:latin typeface="Malgun Gothic"/>
                <a:ea typeface="Malgun Gothic"/>
                <a:cs typeface="Malgun Gothic"/>
              </a:defRPr>
            </a:lvl2pPr>
            <a:lvl3pPr>
              <a:defRPr sz="1725" b="0">
                <a:solidFill>
                  <a:srgbClr val="00866B"/>
                </a:solidFill>
                <a:latin typeface="Malgun Gothic"/>
                <a:ea typeface="Malgun Gothic"/>
                <a:cs typeface="Malgun Gothic"/>
              </a:defRPr>
            </a:lvl3pPr>
            <a:lvl4pPr>
              <a:defRPr sz="1725" b="0">
                <a:solidFill>
                  <a:srgbClr val="00866B"/>
                </a:solidFill>
                <a:latin typeface="Malgun Gothic"/>
                <a:ea typeface="Malgun Gothic"/>
                <a:cs typeface="Malgun Gothic"/>
              </a:defRPr>
            </a:lvl4pPr>
            <a:lvl5pPr>
              <a:defRPr sz="1725" b="0">
                <a:solidFill>
                  <a:srgbClr val="00866B"/>
                </a:solidFill>
                <a:latin typeface="Malgun Gothic"/>
                <a:ea typeface="Malgun Gothic"/>
                <a:cs typeface="Malgun Gothic"/>
              </a:defRPr>
            </a:lvl5pPr>
            <a:lvl6pPr>
              <a:defRPr sz="1725" b="0">
                <a:solidFill>
                  <a:srgbClr val="00866B"/>
                </a:solidFill>
                <a:latin typeface="Malgun Gothic"/>
                <a:ea typeface="Malgun Gothic"/>
                <a:cs typeface="Malgun Gothic"/>
              </a:defRPr>
            </a:lvl6pPr>
            <a:lvl7pPr>
              <a:defRPr sz="1725" b="0">
                <a:solidFill>
                  <a:srgbClr val="00866B"/>
                </a:solidFill>
                <a:latin typeface="Malgun Gothic"/>
                <a:ea typeface="Malgun Gothic"/>
                <a:cs typeface="Malgun Gothic"/>
              </a:defRPr>
            </a:lvl7pPr>
            <a:lvl8pPr>
              <a:defRPr sz="1725" b="0">
                <a:solidFill>
                  <a:srgbClr val="00866B"/>
                </a:solidFill>
                <a:latin typeface="Malgun Gothic"/>
                <a:ea typeface="Malgun Gothic"/>
                <a:cs typeface="Malgun Gothic"/>
              </a:defRPr>
            </a:lvl8pPr>
            <a:lvl9pPr>
              <a:defRPr sz="1725" b="0">
                <a:solidFill>
                  <a:srgbClr val="00866B"/>
                </a:solidFill>
                <a:latin typeface="Malgun Gothic"/>
                <a:ea typeface="Malgun Gothic"/>
                <a:cs typeface="Malgun Gothic"/>
              </a:defRPr>
            </a:lvl9pPr>
          </a:lstStyle>
          <a:p xmlns:a="http://schemas.openxmlformats.org/drawingml/2006/main">
            <a:pPr>
              <a:defRPr sz="1725" b="0">
                <a:solidFill>
                  <a:srgbClr val="00866B"/>
                </a:solidFill>
                <a:latin typeface="Malgun Gothic"/>
                <a:ea typeface="Malgun Gothic"/>
                <a:cs typeface="Malgun Gothic"/>
              </a:defRPr>
            </a:pPr>
            <a:r>
              <a:rPr sz="1725" b="0">
                <a:solidFill>
                  <a:srgbClr val="00866B"/>
                </a:solidFill>
                <a:latin typeface="Malgun Gothic"/>
                <a:ea typeface="Malgun Gothic"/>
                <a:cs typeface="Malgun Gothic"/>
              </a:rPr>
              <a:t>Android 10 이상에서 정식 APK로 설치합니다</a:t>
            </a:r>
          </a:p>
        </p:txBody>
      </p:sp>
      <p:sp>
        <p:nvSpPr>
          <p:cNvPr id="4" name="">
            <a:extLst xmlns:a="http://schemas.openxmlformats.org/drawingml/2006/main">
              <a:ext uri="{FF2B5EF4-FFF2-40B4-BE49-F238E27FC236}">
                <a16:creationId xmlns:a16="http://schemas.microsoft.com/office/drawing/2014/main" id="{1F79B26B-D50C-4BE2-9E68-8F6026C174CF}"/>
              </a:ext>
            </a:extLst>
          </p:cNvPr>
          <p:cNvSpPr>
            <a:spLocks xmlns:a="http://schemas.openxmlformats.org/drawingml/2006/main" noGrp="1"/>
          </p:cNvSpPr>
          <p:nvPr/>
        </p:nvSpPr>
        <p:spPr>
          <a:xfrm xmlns:a="http://schemas.openxmlformats.org/drawingml/2006/main">
            <a:off x="628650" y="200977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설정 관리와 라이선스 관리</a:t>
            </a:r>
          </a:p>
        </p:txBody>
      </p:sp>
      <p:sp>
        <p:nvSpPr>
          <p:cNvPr id="5" name="">
            <a:extLst xmlns:a="http://schemas.openxmlformats.org/drawingml/2006/main">
              <a:ext uri="{FF2B5EF4-FFF2-40B4-BE49-F238E27FC236}">
                <a16:creationId xmlns:a16="http://schemas.microsoft.com/office/drawing/2014/main" id="{F2D814F8-C757-476F-BB93-C507DD1954E2}"/>
              </a:ext>
            </a:extLst>
          </p:cNvPr>
          <p:cNvSpPr>
            <a:spLocks xmlns:a="http://schemas.openxmlformats.org/drawingml/2006/main" noGrp="1"/>
          </p:cNvSpPr>
          <p:nvPr/>
        </p:nvSpPr>
        <p:spPr>
          <a:xfrm xmlns:a="http://schemas.openxmlformats.org/drawingml/2006/main">
            <a:off x="628650" y="24765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상단 메뉴에서 설정과 라이선스를 구분하고</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프로그램 종료·재시작을 실행합니다.</a:t>
            </a:r>
          </a:p>
        </p:txBody>
      </p:sp>
      <p:sp>
        <p:nvSpPr>
          <p:cNvPr id="6" name="">
            <a:extLst xmlns:a="http://schemas.openxmlformats.org/drawingml/2006/main">
              <a:ext uri="{FF2B5EF4-FFF2-40B4-BE49-F238E27FC236}">
                <a16:creationId xmlns:a16="http://schemas.microsoft.com/office/drawing/2014/main" id="{04CA00E2-2AFC-45E5-82AB-0D0717378A25}"/>
              </a:ext>
            </a:extLst>
          </p:cNvPr>
          <p:cNvSpPr>
            <a:spLocks xmlns:a="http://schemas.openxmlformats.org/drawingml/2006/main" noGrp="1"/>
          </p:cNvSpPr>
          <p:nvPr/>
        </p:nvSpPr>
        <p:spPr>
          <a:xfrm xmlns:a="http://schemas.openxmlformats.org/drawingml/2006/main">
            <a:off x="628650" y="38100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866B"/>
                </a:solidFill>
                <a:latin typeface="Malgun Gothic"/>
                <a:ea typeface="Malgun Gothic"/>
                <a:cs typeface="Malgun Gothic"/>
              </a:defRPr>
            </a:defPPr>
            <a:lvl1pPr>
              <a:defRPr sz="2100" b="1">
                <a:solidFill>
                  <a:srgbClr val="00866B"/>
                </a:solidFill>
                <a:latin typeface="Malgun Gothic"/>
                <a:ea typeface="Malgun Gothic"/>
                <a:cs typeface="Malgun Gothic"/>
              </a:defRPr>
            </a:lvl1pPr>
            <a:lvl2pPr>
              <a:defRPr sz="2100" b="1">
                <a:solidFill>
                  <a:srgbClr val="00866B"/>
                </a:solidFill>
                <a:latin typeface="Malgun Gothic"/>
                <a:ea typeface="Malgun Gothic"/>
                <a:cs typeface="Malgun Gothic"/>
              </a:defRPr>
            </a:lvl2pPr>
            <a:lvl3pPr>
              <a:defRPr sz="2100" b="1">
                <a:solidFill>
                  <a:srgbClr val="00866B"/>
                </a:solidFill>
                <a:latin typeface="Malgun Gothic"/>
                <a:ea typeface="Malgun Gothic"/>
                <a:cs typeface="Malgun Gothic"/>
              </a:defRPr>
            </a:lvl3pPr>
            <a:lvl4pPr>
              <a:defRPr sz="2100" b="1">
                <a:solidFill>
                  <a:srgbClr val="00866B"/>
                </a:solidFill>
                <a:latin typeface="Malgun Gothic"/>
                <a:ea typeface="Malgun Gothic"/>
                <a:cs typeface="Malgun Gothic"/>
              </a:defRPr>
            </a:lvl4pPr>
            <a:lvl5pPr>
              <a:defRPr sz="2100" b="1">
                <a:solidFill>
                  <a:srgbClr val="00866B"/>
                </a:solidFill>
                <a:latin typeface="Malgun Gothic"/>
                <a:ea typeface="Malgun Gothic"/>
                <a:cs typeface="Malgun Gothic"/>
              </a:defRPr>
            </a:lvl5pPr>
            <a:lvl6pPr>
              <a:defRPr sz="2100" b="1">
                <a:solidFill>
                  <a:srgbClr val="00866B"/>
                </a:solidFill>
                <a:latin typeface="Malgun Gothic"/>
                <a:ea typeface="Malgun Gothic"/>
                <a:cs typeface="Malgun Gothic"/>
              </a:defRPr>
            </a:lvl6pPr>
            <a:lvl7pPr>
              <a:defRPr sz="2100" b="1">
                <a:solidFill>
                  <a:srgbClr val="00866B"/>
                </a:solidFill>
                <a:latin typeface="Malgun Gothic"/>
                <a:ea typeface="Malgun Gothic"/>
                <a:cs typeface="Malgun Gothic"/>
              </a:defRPr>
            </a:lvl7pPr>
            <a:lvl8pPr>
              <a:defRPr sz="2100" b="1">
                <a:solidFill>
                  <a:srgbClr val="00866B"/>
                </a:solidFill>
                <a:latin typeface="Malgun Gothic"/>
                <a:ea typeface="Malgun Gothic"/>
                <a:cs typeface="Malgun Gothic"/>
              </a:defRPr>
            </a:lvl8pPr>
            <a:lvl9pPr>
              <a:defRPr sz="2100" b="1">
                <a:solidFill>
                  <a:srgbClr val="00866B"/>
                </a:solidFill>
                <a:latin typeface="Malgun Gothic"/>
                <a:ea typeface="Malgun Gothic"/>
                <a:cs typeface="Malgun Gothic"/>
              </a:defRPr>
            </a:lvl9pPr>
          </a:lstStyle>
          <a:p xmlns:a="http://schemas.openxmlformats.org/drawingml/2006/main">
            <a:pPr>
              <a:defRPr sz="2100" b="1">
                <a:solidFill>
                  <a:srgbClr val="00866B"/>
                </a:solidFill>
                <a:latin typeface="Malgun Gothic"/>
                <a:ea typeface="Malgun Gothic"/>
                <a:cs typeface="Malgun Gothic"/>
              </a:defRPr>
            </a:pPr>
            <a:r>
              <a:rPr sz="2100" b="1">
                <a:solidFill>
                  <a:srgbClr val="00866B"/>
                </a:solidFill>
                <a:latin typeface="Malgun Gothic"/>
                <a:ea typeface="Malgun Gothic"/>
                <a:cs typeface="Malgun Gothic"/>
              </a:rPr>
              <a:t>현장 적용 준비</a:t>
            </a:r>
          </a:p>
        </p:txBody>
      </p:sp>
      <p:sp>
        <p:nvSpPr>
          <p:cNvPr id="7" name="">
            <a:extLst xmlns:a="http://schemas.openxmlformats.org/drawingml/2006/main">
              <a:ext uri="{FF2B5EF4-FFF2-40B4-BE49-F238E27FC236}">
                <a16:creationId xmlns:a16="http://schemas.microsoft.com/office/drawing/2014/main" id="{2799B068-26C7-45FA-B8AD-75ADC3567573}"/>
              </a:ext>
            </a:extLst>
          </p:cNvPr>
          <p:cNvSpPr>
            <a:spLocks xmlns:a="http://schemas.openxmlformats.org/drawingml/2006/main" noGrp="1"/>
          </p:cNvSpPr>
          <p:nvPr/>
        </p:nvSpPr>
        <p:spPr>
          <a:xfrm xmlns:a="http://schemas.openxmlformats.org/drawingml/2006/main">
            <a:off x="628650" y="4276725"/>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173"/>
                </a:solidFill>
                <a:latin typeface="Malgun Gothic"/>
                <a:ea typeface="Malgun Gothic"/>
                <a:cs typeface="Malgun Gothic"/>
              </a:defRPr>
            </a:defPPr>
            <a:lvl1pPr>
              <a:defRPr sz="1875" b="0">
                <a:solidFill>
                  <a:srgbClr val="526173"/>
                </a:solidFill>
                <a:latin typeface="Malgun Gothic"/>
                <a:ea typeface="Malgun Gothic"/>
                <a:cs typeface="Malgun Gothic"/>
              </a:defRPr>
            </a:lvl1pPr>
            <a:lvl2pPr>
              <a:defRPr sz="1875" b="0">
                <a:solidFill>
                  <a:srgbClr val="526173"/>
                </a:solidFill>
                <a:latin typeface="Malgun Gothic"/>
                <a:ea typeface="Malgun Gothic"/>
                <a:cs typeface="Malgun Gothic"/>
              </a:defRPr>
            </a:lvl2pPr>
            <a:lvl3pPr>
              <a:defRPr sz="1875" b="0">
                <a:solidFill>
                  <a:srgbClr val="526173"/>
                </a:solidFill>
                <a:latin typeface="Malgun Gothic"/>
                <a:ea typeface="Malgun Gothic"/>
                <a:cs typeface="Malgun Gothic"/>
              </a:defRPr>
            </a:lvl3pPr>
            <a:lvl4pPr>
              <a:defRPr sz="1875" b="0">
                <a:solidFill>
                  <a:srgbClr val="526173"/>
                </a:solidFill>
                <a:latin typeface="Malgun Gothic"/>
                <a:ea typeface="Malgun Gothic"/>
                <a:cs typeface="Malgun Gothic"/>
              </a:defRPr>
            </a:lvl4pPr>
            <a:lvl5pPr>
              <a:defRPr sz="1875" b="0">
                <a:solidFill>
                  <a:srgbClr val="526173"/>
                </a:solidFill>
                <a:latin typeface="Malgun Gothic"/>
                <a:ea typeface="Malgun Gothic"/>
                <a:cs typeface="Malgun Gothic"/>
              </a:defRPr>
            </a:lvl5pPr>
            <a:lvl6pPr>
              <a:defRPr sz="1875" b="0">
                <a:solidFill>
                  <a:srgbClr val="526173"/>
                </a:solidFill>
                <a:latin typeface="Malgun Gothic"/>
                <a:ea typeface="Malgun Gothic"/>
                <a:cs typeface="Malgun Gothic"/>
              </a:defRPr>
            </a:lvl6pPr>
            <a:lvl7pPr>
              <a:defRPr sz="1875" b="0">
                <a:solidFill>
                  <a:srgbClr val="526173"/>
                </a:solidFill>
                <a:latin typeface="Malgun Gothic"/>
                <a:ea typeface="Malgun Gothic"/>
                <a:cs typeface="Malgun Gothic"/>
              </a:defRPr>
            </a:lvl7pPr>
            <a:lvl8pPr>
              <a:defRPr sz="1875" b="0">
                <a:solidFill>
                  <a:srgbClr val="526173"/>
                </a:solidFill>
                <a:latin typeface="Malgun Gothic"/>
                <a:ea typeface="Malgun Gothic"/>
                <a:cs typeface="Malgun Gothic"/>
              </a:defRPr>
            </a:lvl8pPr>
            <a:lvl9pPr>
              <a:defRPr sz="1875" b="0">
                <a:solidFill>
                  <a:srgbClr val="526173"/>
                </a:solidFill>
                <a:latin typeface="Malgun Gothic"/>
                <a:ea typeface="Malgun Gothic"/>
                <a:cs typeface="Malgun Gothic"/>
              </a:defRPr>
            </a:lvl9pPr>
          </a:lstStyle>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PLC IP·포트와 지원 주소를 확인하고</a:t>
            </a:r>
          </a:p>
          <a:p xmlns:a="http://schemas.openxmlformats.org/drawingml/2006/main">
            <a:pPr>
              <a:defRPr sz="1875" b="0">
                <a:solidFill>
                  <a:srgbClr val="526173"/>
                </a:solidFill>
                <a:latin typeface="Malgun Gothic"/>
                <a:ea typeface="Malgun Gothic"/>
                <a:cs typeface="Malgun Gothic"/>
              </a:defRPr>
            </a:pPr>
            <a:r>
              <a:rPr sz="1875" b="0">
                <a:solidFill>
                  <a:srgbClr val="526173"/>
                </a:solidFill>
                <a:latin typeface="Malgun Gothic"/>
                <a:ea typeface="Malgun Gothic"/>
                <a:cs typeface="Malgun Gothic"/>
              </a:rPr>
              <a:t>읽기 전용으로 시험한 뒤 프로젝트를 백업합니다.</a:t>
            </a:r>
          </a:p>
        </p:txBody>
      </p:sp>
      <p:pic>
        <p:nvPicPr>
          <p:cNvPr id="8" name="">
            <a:extLst xmlns:a="http://schemas.openxmlformats.org/drawingml/2006/main">
              <a:ext uri="{FF2B5EF4-FFF2-40B4-BE49-F238E27FC236}">
                <a16:creationId xmlns:a16="http://schemas.microsoft.com/office/drawing/2014/main" id="{2C583643-DC63-4114-9BE1-F7B70F851AF1}"/>
              </a:ext>
            </a:extLst>
          </p:cNvPr>
          <p:cNvPicPr>
            <a:picLocks xmlns:a="http://schemas.openxmlformats.org/drawingml/2006/main" noChangeAspect="1"/>
          </p:cNvPicPr>
          <p:nvPr/>
        </p:nvPicPr>
        <p:blipFill>
          <a:blip xmlns:r="http://schemas.openxmlformats.org/officeDocument/2006/relationships" xmlns:a="http://schemas.openxmlformats.org/drawingml/2006/main" r:embed="R12b5d78bcce24e5f"/>
          <a:stretch xmlns:a="http://schemas.openxmlformats.org/drawingml/2006/main"/>
        </p:blipFill>
        <p:spPr>
          <a:xfrm xmlns:a="http://schemas.openxmlformats.org/drawingml/2006/main">
            <a:off x="8574286" y="1714500"/>
            <a:ext cx="2453878" cy="4362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425E7FF-83ED-4B5C-B42D-F1F5F9C8DB81}"/>
              </a:ext>
            </a:extLst>
          </p:cNvPr>
          <p:cNvSpPr>
            <a:spLocks xmlns:a="http://schemas.openxmlformats.org/drawingml/2006/main" noGrp="1"/>
          </p:cNvSpPr>
          <p:nvPr/>
        </p:nvSpPr>
        <p:spPr>
          <a:xfrm xmlns:a="http://schemas.openxmlformats.org/drawingml/2006/main">
            <a:off x="8239125" y="60960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173"/>
                </a:solidFill>
                <a:latin typeface="Malgun Gothic"/>
                <a:ea typeface="Malgun Gothic"/>
                <a:cs typeface="Malgun Gothic"/>
              </a:defRPr>
            </a:defPPr>
            <a:lvl1pPr>
              <a:defRPr sz="1125" b="0">
                <a:solidFill>
                  <a:srgbClr val="526173"/>
                </a:solidFill>
                <a:latin typeface="Malgun Gothic"/>
                <a:ea typeface="Malgun Gothic"/>
                <a:cs typeface="Malgun Gothic"/>
              </a:defRPr>
            </a:lvl1pPr>
            <a:lvl2pPr>
              <a:defRPr sz="1125" b="0">
                <a:solidFill>
                  <a:srgbClr val="526173"/>
                </a:solidFill>
                <a:latin typeface="Malgun Gothic"/>
                <a:ea typeface="Malgun Gothic"/>
                <a:cs typeface="Malgun Gothic"/>
              </a:defRPr>
            </a:lvl2pPr>
            <a:lvl3pPr>
              <a:defRPr sz="1125" b="0">
                <a:solidFill>
                  <a:srgbClr val="526173"/>
                </a:solidFill>
                <a:latin typeface="Malgun Gothic"/>
                <a:ea typeface="Malgun Gothic"/>
                <a:cs typeface="Malgun Gothic"/>
              </a:defRPr>
            </a:lvl3pPr>
            <a:lvl4pPr>
              <a:defRPr sz="1125" b="0">
                <a:solidFill>
                  <a:srgbClr val="526173"/>
                </a:solidFill>
                <a:latin typeface="Malgun Gothic"/>
                <a:ea typeface="Malgun Gothic"/>
                <a:cs typeface="Malgun Gothic"/>
              </a:defRPr>
            </a:lvl4pPr>
            <a:lvl5pPr>
              <a:defRPr sz="1125" b="0">
                <a:solidFill>
                  <a:srgbClr val="526173"/>
                </a:solidFill>
                <a:latin typeface="Malgun Gothic"/>
                <a:ea typeface="Malgun Gothic"/>
                <a:cs typeface="Malgun Gothic"/>
              </a:defRPr>
            </a:lvl5pPr>
            <a:lvl6pPr>
              <a:defRPr sz="1125" b="0">
                <a:solidFill>
                  <a:srgbClr val="526173"/>
                </a:solidFill>
                <a:latin typeface="Malgun Gothic"/>
                <a:ea typeface="Malgun Gothic"/>
                <a:cs typeface="Malgun Gothic"/>
              </a:defRPr>
            </a:lvl6pPr>
            <a:lvl7pPr>
              <a:defRPr sz="1125" b="0">
                <a:solidFill>
                  <a:srgbClr val="526173"/>
                </a:solidFill>
                <a:latin typeface="Malgun Gothic"/>
                <a:ea typeface="Malgun Gothic"/>
                <a:cs typeface="Malgun Gothic"/>
              </a:defRPr>
            </a:lvl7pPr>
            <a:lvl8pPr>
              <a:defRPr sz="1125" b="0">
                <a:solidFill>
                  <a:srgbClr val="526173"/>
                </a:solidFill>
                <a:latin typeface="Malgun Gothic"/>
                <a:ea typeface="Malgun Gothic"/>
                <a:cs typeface="Malgun Gothic"/>
              </a:defRPr>
            </a:lvl8pPr>
            <a:lvl9pPr>
              <a:defRPr sz="1125" b="0">
                <a:solidFill>
                  <a:srgbClr val="526173"/>
                </a:solidFill>
                <a:latin typeface="Malgun Gothic"/>
                <a:ea typeface="Malgun Gothic"/>
                <a:cs typeface="Malgun Gothic"/>
              </a:defRPr>
            </a:lvl9pPr>
          </a:lstStyle>
          <a:p xmlns:a="http://schemas.openxmlformats.org/drawingml/2006/main">
            <a:pPr>
              <a:defRPr sz="1125" b="0">
                <a:solidFill>
                  <a:srgbClr val="526173"/>
                </a:solidFill>
                <a:latin typeface="Malgun Gothic"/>
                <a:ea typeface="Malgun Gothic"/>
                <a:cs typeface="Malgun Gothic"/>
              </a:defRPr>
            </a:pPr>
            <a:r>
              <a:rPr sz="1125" b="0">
                <a:solidFill>
                  <a:srgbClr val="526173"/>
                </a:solidFill>
                <a:latin typeface="Malgun Gothic"/>
                <a:ea typeface="Malgun Gothic"/>
                <a:cs typeface="Malgun Gothic"/>
              </a:rPr>
              <a:t>현재 앱의 설정 관리 화면</a:t>
            </a:r>
          </a:p>
        </p:txBody>
      </p:sp>
      <p:sp>
        <p:nvSpPr>
          <p:cNvPr id="10" name="">
            <a:extLst xmlns:a="http://schemas.openxmlformats.org/drawingml/2006/main">
              <a:ext uri="{FF2B5EF4-FFF2-40B4-BE49-F238E27FC236}">
                <a16:creationId xmlns:a16="http://schemas.microsoft.com/office/drawing/2014/main" id="{CC056E72-F6E7-4A8E-81B9-90AAF31B5788}"/>
              </a:ext>
            </a:extLst>
          </p:cNvPr>
          <p:cNvSpPr>
            <a:spLocks xmlns:a="http://schemas.openxmlformats.org/drawingml/2006/main" noGrp="1"/>
          </p:cNvSpPr>
          <p:nvPr/>
        </p:nvSpPr>
        <p:spPr>
          <a:xfrm xmlns:a="http://schemas.openxmlformats.org/drawingml/2006/main">
            <a:off x="628650" y="6124575"/>
            <a:ext cx="714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173"/>
                </a:solidFill>
                <a:latin typeface="Malgun Gothic"/>
                <a:ea typeface="Malgun Gothic"/>
                <a:cs typeface="Malgun Gothic"/>
              </a:defRPr>
            </a:defPPr>
            <a:lvl1pPr>
              <a:defRPr sz="1350" b="0">
                <a:solidFill>
                  <a:srgbClr val="526173"/>
                </a:solidFill>
                <a:latin typeface="Malgun Gothic"/>
                <a:ea typeface="Malgun Gothic"/>
                <a:cs typeface="Malgun Gothic"/>
              </a:defRPr>
            </a:lvl1pPr>
            <a:lvl2pPr>
              <a:defRPr sz="1350" b="0">
                <a:solidFill>
                  <a:srgbClr val="526173"/>
                </a:solidFill>
                <a:latin typeface="Malgun Gothic"/>
                <a:ea typeface="Malgun Gothic"/>
                <a:cs typeface="Malgun Gothic"/>
              </a:defRPr>
            </a:lvl2pPr>
            <a:lvl3pPr>
              <a:defRPr sz="1350" b="0">
                <a:solidFill>
                  <a:srgbClr val="526173"/>
                </a:solidFill>
                <a:latin typeface="Malgun Gothic"/>
                <a:ea typeface="Malgun Gothic"/>
                <a:cs typeface="Malgun Gothic"/>
              </a:defRPr>
            </a:lvl3pPr>
            <a:lvl4pPr>
              <a:defRPr sz="1350" b="0">
                <a:solidFill>
                  <a:srgbClr val="526173"/>
                </a:solidFill>
                <a:latin typeface="Malgun Gothic"/>
                <a:ea typeface="Malgun Gothic"/>
                <a:cs typeface="Malgun Gothic"/>
              </a:defRPr>
            </a:lvl4pPr>
            <a:lvl5pPr>
              <a:defRPr sz="1350" b="0">
                <a:solidFill>
                  <a:srgbClr val="526173"/>
                </a:solidFill>
                <a:latin typeface="Malgun Gothic"/>
                <a:ea typeface="Malgun Gothic"/>
                <a:cs typeface="Malgun Gothic"/>
              </a:defRPr>
            </a:lvl5pPr>
            <a:lvl6pPr>
              <a:defRPr sz="1350" b="0">
                <a:solidFill>
                  <a:srgbClr val="526173"/>
                </a:solidFill>
                <a:latin typeface="Malgun Gothic"/>
                <a:ea typeface="Malgun Gothic"/>
                <a:cs typeface="Malgun Gothic"/>
              </a:defRPr>
            </a:lvl6pPr>
            <a:lvl7pPr>
              <a:defRPr sz="1350" b="0">
                <a:solidFill>
                  <a:srgbClr val="526173"/>
                </a:solidFill>
                <a:latin typeface="Malgun Gothic"/>
                <a:ea typeface="Malgun Gothic"/>
                <a:cs typeface="Malgun Gothic"/>
              </a:defRPr>
            </a:lvl7pPr>
            <a:lvl8pPr>
              <a:defRPr sz="1350" b="0">
                <a:solidFill>
                  <a:srgbClr val="526173"/>
                </a:solidFill>
                <a:latin typeface="Malgun Gothic"/>
                <a:ea typeface="Malgun Gothic"/>
                <a:cs typeface="Malgun Gothic"/>
              </a:defRPr>
            </a:lvl8pPr>
            <a:lvl9pPr>
              <a:defRPr sz="1350" b="0">
                <a:solidFill>
                  <a:srgbClr val="526173"/>
                </a:solidFill>
                <a:latin typeface="Malgun Gothic"/>
                <a:ea typeface="Malgun Gothic"/>
                <a:cs typeface="Malgun Gothic"/>
              </a:defRPr>
            </a:lvl9pPr>
          </a:lstStyle>
          <a:p xmlns:a="http://schemas.openxmlformats.org/drawingml/2006/main">
            <a:pPr>
              <a:defRPr sz="1350" b="0">
                <a:solidFill>
                  <a:srgbClr val="526173"/>
                </a:solidFill>
                <a:latin typeface="Malgun Gothic"/>
                <a:ea typeface="Malgun Gothic"/>
                <a:cs typeface="Malgun Gothic"/>
              </a:defRPr>
            </a:pPr>
            <a:r>
              <a:rPr sz="1350" b="0">
                <a:solidFill>
                  <a:srgbClr val="526173"/>
                </a:solidFill>
                <a:latin typeface="Malgun Gothic"/>
                <a:ea typeface="Malgun Gothic"/>
                <a:cs typeface="Malgun Gothic"/>
              </a:rPr>
              <a:t>JAYON STUDIO  /  FieldScope 1.5.1</a:t>
            </a:r>
          </a:p>
        </p:txBody>
      </p:sp>
    </p:spTree>
    <p:extLst>
      <p:ext uri="{BB962C8B-B14F-4D97-AF65-F5344CB8AC3E}">
        <p14:creationId xmlns:p14="http://schemas.microsoft.com/office/powerpoint/2010/main" val="16742937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2026-10-17T11:26:04.9710000Z</dcterms:created>
  <dcterms:modified xsi:type="dcterms:W3CDTF">2026-10-17T11:26:04.9710000Z</dcterms:modified>
</coreProperties>
</file>