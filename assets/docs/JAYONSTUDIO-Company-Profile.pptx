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1063b80a990441b" /><Relationship Type="http://schemas.openxmlformats.org/officeDocument/2006/relationships/extended-properties" Target="/docProps/app.xml" Id="R50ebba2bfb1e4f83" /><Relationship Type="http://schemas.openxmlformats.org/officeDocument/2006/relationships/officeDocument" Target="/ppt/presentation.xml" Id="R8ce4db00593e4794" /></Relationships>
</file>

<file path=ppt/presentation.xml><?xml version="1.0" encoding="utf-8"?>
<p:presentation xmlns:p="http://schemas.openxmlformats.org/presentationml/2006/main">
  <p:sldMasterIdLst>
    <p:sldMasterId xmlns:r="http://schemas.openxmlformats.org/officeDocument/2006/relationships" id="2147483648" r:id="Rf77a8c9470144f00"/>
  </p:sldMasterIdLst>
  <p:notesMasterIdLst>
    <p:notesMasterId xmlns:r="http://schemas.openxmlformats.org/officeDocument/2006/relationships" r:id="Ra556684b0cd74740"/>
  </p:notesMasterIdLst>
  <p:sldIdLst>
    <p:sldId xmlns:r="http://schemas.openxmlformats.org/officeDocument/2006/relationships" id="256" r:id="R124c80ba2bdf4029"/>
    <p:sldId xmlns:r="http://schemas.openxmlformats.org/officeDocument/2006/relationships" id="257" r:id="R20bedca5e344402b"/>
    <p:sldId xmlns:r="http://schemas.openxmlformats.org/officeDocument/2006/relationships" id="258" r:id="R22b6f1483b124f00"/>
    <p:sldId xmlns:r="http://schemas.openxmlformats.org/officeDocument/2006/relationships" id="259" r:id="Rf6deb635677c48c7"/>
    <p:sldId xmlns:r="http://schemas.openxmlformats.org/officeDocument/2006/relationships" id="260" r:id="Re052904597c14844"/>
    <p:sldId xmlns:r="http://schemas.openxmlformats.org/officeDocument/2006/relationships" id="261" r:id="R28114e8cd2c74f8a"/>
    <p:sldId xmlns:r="http://schemas.openxmlformats.org/officeDocument/2006/relationships" id="262" r:id="R26c6347b88f24f84"/>
    <p:sldId xmlns:r="http://schemas.openxmlformats.org/officeDocument/2006/relationships" id="263" r:id="Rfd5a788cdd234aad"/>
    <p:sldId xmlns:r="http://schemas.openxmlformats.org/officeDocument/2006/relationships" id="264" r:id="Rdc38e9cf3bd94a80"/>
    <p:sldId xmlns:r="http://schemas.openxmlformats.org/officeDocument/2006/relationships" id="265" r:id="R6d672aa2aafe407d"/>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dee5bf16a63b4499" /><Relationship Type="http://schemas.openxmlformats.org/officeDocument/2006/relationships/slideMaster" Target="/ppt/slideMasters/slideMaster1.xml" Id="Rf77a8c9470144f00" /><Relationship Type="http://schemas.openxmlformats.org/officeDocument/2006/relationships/notesMaster" Target="/ppt/notesMasters/notesMaster1.xml" Id="Ra556684b0cd74740" /><Relationship Type="http://schemas.openxmlformats.org/officeDocument/2006/relationships/presProps" Target="/ppt/presProps.xml" Id="R05c083b352e742f1" /><Relationship Type="http://schemas.openxmlformats.org/officeDocument/2006/relationships/viewProps" Target="/ppt/viewProps.xml" Id="R444106f8f4e24025" /><Relationship Type="http://schemas.openxmlformats.org/officeDocument/2006/relationships/tableStyles" Target="/ppt/tableStyles.xml" Id="R5dc8da9aec09465c" /><Relationship Type="http://schemas.openxmlformats.org/officeDocument/2006/relationships/slide" Target="/ppt/slides/slide1.xml" Id="R124c80ba2bdf4029" /><Relationship Type="http://schemas.openxmlformats.org/officeDocument/2006/relationships/slide" Target="/ppt/slides/slide2.xml" Id="R20bedca5e344402b" /><Relationship Type="http://schemas.openxmlformats.org/officeDocument/2006/relationships/slide" Target="/ppt/slides/slide3.xml" Id="R22b6f1483b124f00" /><Relationship Type="http://schemas.openxmlformats.org/officeDocument/2006/relationships/slide" Target="/ppt/slides/slide4.xml" Id="Rf6deb635677c48c7" /><Relationship Type="http://schemas.openxmlformats.org/officeDocument/2006/relationships/slide" Target="/ppt/slides/slide5.xml" Id="Re052904597c14844" /><Relationship Type="http://schemas.openxmlformats.org/officeDocument/2006/relationships/slide" Target="/ppt/slides/slide6.xml" Id="R28114e8cd2c74f8a" /><Relationship Type="http://schemas.openxmlformats.org/officeDocument/2006/relationships/slide" Target="/ppt/slides/slide7.xml" Id="R26c6347b88f24f84" /><Relationship Type="http://schemas.openxmlformats.org/officeDocument/2006/relationships/slide" Target="/ppt/slides/slide8.xml" Id="Rfd5a788cdd234aad" /><Relationship Type="http://schemas.openxmlformats.org/officeDocument/2006/relationships/slide" Target="/ppt/slides/slide9.xml" Id="Rdc38e9cf3bd94a80" /><Relationship Type="http://schemas.openxmlformats.org/officeDocument/2006/relationships/slide" Target="/ppt/slides/slide10.xml" Id="R6d672aa2aafe407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baf6b35504d4a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08a89d483d842c8" /><Relationship Type="http://schemas.openxmlformats.org/officeDocument/2006/relationships/notesMaster" Target="/ppt/notesMasters/notesMaster1.xml" Id="R953adad53cb6455f" /></Relationships>
</file>

<file path=ppt/notesSlides/_rels/notesSlide2.xml.rels>&#65279;<?xml version="1.0" encoding="utf-8"?><Relationships xmlns="http://schemas.openxmlformats.org/package/2006/relationships"><Relationship Type="http://schemas.openxmlformats.org/officeDocument/2006/relationships/slide" Target="/ppt/slides/slide2.xml" Id="R85aa3eda3c704c3e" /><Relationship Type="http://schemas.openxmlformats.org/officeDocument/2006/relationships/notesMaster" Target="/ppt/notesMasters/notesMaster1.xml" Id="R5c3fa27d7a414107" /></Relationships>
</file>

<file path=ppt/notesSlides/_rels/notesSlide3.xml.rels>&#65279;<?xml version="1.0" encoding="utf-8"?><Relationships xmlns="http://schemas.openxmlformats.org/package/2006/relationships"><Relationship Type="http://schemas.openxmlformats.org/officeDocument/2006/relationships/slide" Target="/ppt/slides/slide3.xml" Id="R9c25858b841c47be" /><Relationship Type="http://schemas.openxmlformats.org/officeDocument/2006/relationships/notesMaster" Target="/ppt/notesMasters/notesMaster1.xml" Id="R1f3a5e50827148da" /></Relationships>
</file>

<file path=ppt/notesSlides/_rels/notesSlide4.xml.rels>&#65279;<?xml version="1.0" encoding="utf-8"?><Relationships xmlns="http://schemas.openxmlformats.org/package/2006/relationships"><Relationship Type="http://schemas.openxmlformats.org/officeDocument/2006/relationships/slide" Target="/ppt/slides/slide4.xml" Id="Rdad08e50f4f04918" /><Relationship Type="http://schemas.openxmlformats.org/officeDocument/2006/relationships/notesMaster" Target="/ppt/notesMasters/notesMaster1.xml" Id="R37a8cfb1192f409c" /></Relationships>
</file>

<file path=ppt/notesSlides/_rels/notesSlide5.xml.rels>&#65279;<?xml version="1.0" encoding="utf-8"?><Relationships xmlns="http://schemas.openxmlformats.org/package/2006/relationships"><Relationship Type="http://schemas.openxmlformats.org/officeDocument/2006/relationships/slide" Target="/ppt/slides/slide5.xml" Id="R3612a2c0e8dc4468" /><Relationship Type="http://schemas.openxmlformats.org/officeDocument/2006/relationships/notesMaster" Target="/ppt/notesMasters/notesMaster1.xml" Id="R0ca997e560864229" /></Relationships>
</file>

<file path=ppt/notesSlides/_rels/notesSlide6.xml.rels>&#65279;<?xml version="1.0" encoding="utf-8"?><Relationships xmlns="http://schemas.openxmlformats.org/package/2006/relationships"><Relationship Type="http://schemas.openxmlformats.org/officeDocument/2006/relationships/slide" Target="/ppt/slides/slide6.xml" Id="R2107a41eafd64f5c" /><Relationship Type="http://schemas.openxmlformats.org/officeDocument/2006/relationships/notesMaster" Target="/ppt/notesMasters/notesMaster1.xml" Id="Rfbd100a40d5442d3" /></Relationships>
</file>

<file path=ppt/notesSlides/_rels/notesSlide7.xml.rels>&#65279;<?xml version="1.0" encoding="utf-8"?><Relationships xmlns="http://schemas.openxmlformats.org/package/2006/relationships"><Relationship Type="http://schemas.openxmlformats.org/officeDocument/2006/relationships/slide" Target="/ppt/slides/slide7.xml" Id="R2aa2f9af08354996" /><Relationship Type="http://schemas.openxmlformats.org/officeDocument/2006/relationships/notesMaster" Target="/ppt/notesMasters/notesMaster1.xml" Id="R43e109b80f094456" /></Relationships>
</file>

<file path=ppt/notesSlides/_rels/notesSlide8.xml.rels>&#65279;<?xml version="1.0" encoding="utf-8"?><Relationships xmlns="http://schemas.openxmlformats.org/package/2006/relationships"><Relationship Type="http://schemas.openxmlformats.org/officeDocument/2006/relationships/slide" Target="/ppt/slides/slide8.xml" Id="R4771d2b179184b74" /><Relationship Type="http://schemas.openxmlformats.org/officeDocument/2006/relationships/notesMaster" Target="/ppt/notesMasters/notesMaster1.xml" Id="R17d5e68140ac4592" /></Relationships>
</file>

<file path=ppt/notesSlides/_rels/notesSlide9.xml.rels>&#65279;<?xml version="1.0" encoding="utf-8"?><Relationships xmlns="http://schemas.openxmlformats.org/package/2006/relationships"><Relationship Type="http://schemas.openxmlformats.org/officeDocument/2006/relationships/slide" Target="/ppt/slides/slide9.xml" Id="R9e24770c11354a87" /><Relationship Type="http://schemas.openxmlformats.org/officeDocument/2006/relationships/notesMaster" Target="/ppt/notesMasters/notesMaster1.xml" Id="R673660209937483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55e9bae886c499f" /><Relationship Type="http://schemas.openxmlformats.org/officeDocument/2006/relationships/notesMaster" Target="/ppt/notesMasters/notesMaster1.xml" Id="R3eb08160002a49e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내용 기준: 사용자와 JSolution 개발 대화 및 기존 소개서. 브랜드는 JAYONSTUDIO로 표기합니다. 표지 이미지: 기존 홈페이지 assets/automation-factory.png, AI로 제작한 산업자동화 개념 이미지이며 실제 고객 현장 사진이 아닙니다. 회사 심볼: 사용자 제공 Logo.png를 기반으로 승인된 투명 아이콘 자산.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기존 소개서의 산업 데이터 연결 목적, 현재 홈페이지의 제품 역할, 개발 대화의 설치·진단 기능. 제어실 이미지는 홈페이지용 AI 개념 시각 자료이며 실제 납품 현장을 의미하지 않습니다. 회사 실적·설립 연도·인력·고객 수 등 확인되지 않은 정보는 주장하지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브랜드/명칭 기준: JCore, JView, PLC Simulator, JSolution. 기존 JOPC는 독립 제품 소개 대신 JCore의 OPC UA 인터페이스로 설명합니다. 초기 JHMI 예정 표현은 현재 JView로 정리합니다. 근거: 사용자 대화 및 현재 홈페이지 제품 페이지.</a:t>
            </a:r>
          </a:p>
          <a:p xmlns:a="http://schemas.openxmlformats.org/drawingml/2006/main">
            <a:r>
              <a:t>FieldScope 근거: 사용자 제공 Product Brochure FieldScope 1.5.4.pptx 및 FieldScope_User_Manual_1.5.4.pdf. Android 독립 APK이며 JSolution Windows 설치 패키지에 포함하지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현재 jcore.html, JCore 제품소개서 및 진단 통합 확인. 이미지: 홈페이지 jcore-core-photo.png, AI 개념 시각 자료. OPC UA와 SDK의 제공 범위 및 라이선스는 설치 버전에 따라 확인합니다. 성능·응답 시간·가용성 수치는 검증 자료가 없어 포함하지 않았습니다.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사용자가 지정한 JView 설명, 현재 jview.html 및 JView 제품소개서. jview-designer.png는 제공된 제품소개서에서 추출한 개발 예시 화면이며 화면 구성은 설치 버전에 따라 달라질 수 있습니다. 제품 계정·권한과 진단기의 이력 조회 권한은 별도입니다.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현재 simulator.html, 제공 Simulator 제품소개서와 1.0.71 배포 원본. 화면은 제공된 예시 자료입니다. 실제 PLC CPU의 모든 명령을 재현하지 않으며, 프로토콜별 지원 범위와 상용 클라이언트 호환성은 개별 확인이 필요합니다. Simulator 설치 후 프로그램 실행 중에 진단 API를 제공합니다.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JSolution 1.0.10/1.0.11 대시보드 구현 및 실제 개발 환경 UI 검증. 화면은 당시 설정된 OPC UA IP 오류와 PLC 미연결을 보여주는 개발 환경 캡처입니다. 이력 조회 시 관리자 인증을 사용하며 제품의 실제 제공 이벤트를 표시합니다. 수집 실패 시 과거 Snapshot을 현재 상태로 단정하지 않습니다. 원인·조치가 없는 코드는 일반 점검 안내를 표시합니다.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사용자 제공 Product Brochure FieldScope 1.5.4.pptx 및 사용자 매뉴얼 1.5.4. 실제 앱 화면은 제공 소개서의 예시이며 표시 값은 시뮬레이터 데이터입니다. Android에서 PLC 네트워크에 직접 접속합니다. 무료는 디바이스 1개·태그 10개·읽기 전용이며 유료 쓰기는 권한·확인 절차가 필요합니다. 트렌드는 확대 화면의 임시 수신 데이터이며 상시 알람 이력이 아닙니다. 제품별 사용 범위와 라이선스는 상세 문서를 확인합니다.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본 페이지는 제품 기능에 기반한 적용 시나리오이며 납품 실적이나 고객 사례를 의미하지 않습니다. 근거: 원본 소개서 적용 분야와 현재 제품 역할. 수치로 표현한 시간·비용 절감 또는 가용성 개선 효과는 검증 자료가 없어 제외했습니다.</a:t>
            </a:r>
          </a:p>
          <a:p xmlns:a="http://schemas.openxmlformats.org/drawingml/2006/main">
            <a:r>
              <a:t>모바일 현장 점검은 FieldScope 1.5.4 제공 자료를 근거로 추가했습니다. 현장 네트워크에서 PLC에 직접 접속하며 JCore 경유 연결을 요구하지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연락처 이메일: 사용자가 지정한 rlawngur4776@naver.com. 홈페이지: 현재 공개 JAYON-STUDIO GitHub Pages 주소.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2d3b55c82224ba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77764f3a3e24d8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d4d6b1f28504fa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8975e0a34ce4dd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e155dd8794443d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7a8ce5dfffd41c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2AB9C56-AD3E-4CF5-8CCC-4BF4FE7602E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a:endParaRPr/>
          </a:p>
        </p:txBody>
      </p:sp>
      <p:sp>
        <p:nvSpPr>
          <p:cNvPr id="2" name="Subtitle">
            <a:extLst xmlns:a="http://schemas.openxmlformats.org/drawingml/2006/main">
              <a:ext uri="{FF2B5EF4-FFF2-40B4-BE49-F238E27FC236}">
                <a16:creationId xmlns:a16="http://schemas.microsoft.com/office/drawing/2014/main" id="{94DB8C4F-5C9C-4008-A40B-A1BF2BB5E00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a:endParaRPr/>
          </a:p>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8E1B1C7-ACC3-483D-A123-09F0FA84788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a:endParaRPr/>
          </a:p>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8AACF02-8446-4AEB-912F-2A86510DD14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Body">
            <a:extLst xmlns:a="http://schemas.openxmlformats.org/drawingml/2006/main">
              <a:ext uri="{FF2B5EF4-FFF2-40B4-BE49-F238E27FC236}">
                <a16:creationId xmlns:a16="http://schemas.microsoft.com/office/drawing/2014/main" id="{15DA0358-1B6E-47D7-B93E-CE11B218751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a:endParaRPr/>
          </a:p>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275BCF8-F1CC-479D-B50A-21A93F4234F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5242810D-E31D-4552-856E-E4E1FDE0EFB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a:endParaRPr/>
          </a:p>
        </p:txBody>
      </p:sp>
      <p:sp>
        <p:nvSpPr>
          <p:cNvPr id="3" name="Right column">
            <a:extLst xmlns:a="http://schemas.openxmlformats.org/drawingml/2006/main">
              <a:ext uri="{FF2B5EF4-FFF2-40B4-BE49-F238E27FC236}">
                <a16:creationId xmlns:a16="http://schemas.microsoft.com/office/drawing/2014/main" id="{442818C7-C251-4981-B23D-52F1998FD91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a:endParaRPr/>
          </a:p>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0D7F3D9-A649-4E31-96E2-51D7737F5D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E0AFD2F9-348D-451A-9216-DB58CD37417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a:endParaRPr/>
          </a:p>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0926028496b42c9" /><Relationship Type="http://schemas.openxmlformats.org/officeDocument/2006/relationships/slideLayout" Target="/ppt/slideLayouts/slideLayout1.xml" Id="Rf3d09662aa0c47b9" /><Relationship Type="http://schemas.openxmlformats.org/officeDocument/2006/relationships/slideLayout" Target="/ppt/slideLayouts/slideLayout2.xml" Id="Rb2f1fb4a96ba4633" /><Relationship Type="http://schemas.openxmlformats.org/officeDocument/2006/relationships/slideLayout" Target="/ppt/slideLayouts/slideLayout3.xml" Id="R70ede37394984b7b" /><Relationship Type="http://schemas.openxmlformats.org/officeDocument/2006/relationships/slideLayout" Target="/ppt/slideLayouts/slideLayout4.xml" Id="R12dcf3df41fd4d72" /><Relationship Type="http://schemas.openxmlformats.org/officeDocument/2006/relationships/slideLayout" Target="/ppt/slideLayouts/slideLayout5.xml" Id="R1cfda359077f4a32" /><Relationship Type="http://schemas.openxmlformats.org/officeDocument/2006/relationships/slideLayout" Target="/ppt/slideLayouts/slideLayout6.xml" Id="R9e82064aa79446a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3d09662aa0c47b9"/>
    <p:sldLayoutId xmlns:r="http://schemas.openxmlformats.org/officeDocument/2006/relationships" id="2147483650" r:id="Rb2f1fb4a96ba4633"/>
    <p:sldLayoutId xmlns:r="http://schemas.openxmlformats.org/officeDocument/2006/relationships" id="2147483651" r:id="R70ede37394984b7b"/>
    <p:sldLayoutId xmlns:r="http://schemas.openxmlformats.org/officeDocument/2006/relationships" id="2147483652" r:id="R12dcf3df41fd4d72"/>
    <p:sldLayoutId xmlns:r="http://schemas.openxmlformats.org/officeDocument/2006/relationships" id="2147483653" r:id="R1cfda359077f4a32"/>
    <p:sldLayoutId xmlns:r="http://schemas.openxmlformats.org/officeDocument/2006/relationships" id="2147483654" r:id="R9e82064aa79446a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596f43c17374534" /><Relationship Type="http://schemas.openxmlformats.org/officeDocument/2006/relationships/image" Target="/ppt/media/image.png" Id="Rc3ce2d4a31c64ea1" /><Relationship Type="http://schemas.openxmlformats.org/officeDocument/2006/relationships/image" Target="/ppt/media/image2.png" Id="R1e32f5f4b25942d8" /><Relationship Type="http://schemas.openxmlformats.org/officeDocument/2006/relationships/notesSlide" Target="/ppt/notesSlides/notesSlide1.xml" Id="R838d3e6143c8457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0597d95342d4ba1" /><Relationship Type="http://schemas.openxmlformats.org/officeDocument/2006/relationships/image" Target="/ppt/media/image3.png" Id="Rca861e7466444693" /><Relationship Type="http://schemas.openxmlformats.org/officeDocument/2006/relationships/notesSlide" Target="/ppt/notesSlides/notesSlide2.xml" Id="R3d830b332fc74f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70476cc71bf469f" /><Relationship Type="http://schemas.openxmlformats.org/officeDocument/2006/relationships/notesSlide" Target="/ppt/notesSlides/notesSlide3.xml" Id="Rd1c13970dd9448a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7efed88da8a4271" /><Relationship Type="http://schemas.openxmlformats.org/officeDocument/2006/relationships/image" Target="/ppt/media/image4.png" Id="R7cd22741c84b4c3e" /><Relationship Type="http://schemas.openxmlformats.org/officeDocument/2006/relationships/notesSlide" Target="/ppt/notesSlides/notesSlide4.xml" Id="Rd9543a35da94492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6aa0ad106454621" /><Relationship Type="http://schemas.openxmlformats.org/officeDocument/2006/relationships/image" Target="/ppt/media/image.jpeg" Id="Rb4973e368f5f4248" /><Relationship Type="http://schemas.openxmlformats.org/officeDocument/2006/relationships/notesSlide" Target="/ppt/notesSlides/notesSlide5.xml" Id="R984cdd3dc1ef474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84bbea1b8e84f30" /><Relationship Type="http://schemas.openxmlformats.org/officeDocument/2006/relationships/image" Target="/ppt/media/image5.png" Id="R4289020da77a4854" /><Relationship Type="http://schemas.openxmlformats.org/officeDocument/2006/relationships/notesSlide" Target="/ppt/notesSlides/notesSlide6.xml" Id="R8b697fd50aa748c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fcfdec303c34aa4" /><Relationship Type="http://schemas.openxmlformats.org/officeDocument/2006/relationships/image" Target="/ppt/media/image2.jpeg" Id="R8f96ee80219748ea" /><Relationship Type="http://schemas.openxmlformats.org/officeDocument/2006/relationships/notesSlide" Target="/ppt/notesSlides/notesSlide7.xml" Id="R3301766680c84c4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690ac67063e4fab" /><Relationship Type="http://schemas.openxmlformats.org/officeDocument/2006/relationships/image" Target="/ppt/media/image6.png" Id="R9bf3820b54c84556" /><Relationship Type="http://schemas.openxmlformats.org/officeDocument/2006/relationships/notesSlide" Target="/ppt/notesSlides/notesSlide8.xml" Id="R15a6b5cf5f524c4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c8b13fb2fd14d24" /><Relationship Type="http://schemas.openxmlformats.org/officeDocument/2006/relationships/notesSlide" Target="/ppt/notesSlides/notesSlide9.xml" Id="Rd256d85366164df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d492089e0e04fd7" /><Relationship Type="http://schemas.openxmlformats.org/officeDocument/2006/relationships/notesSlide" Target="/ppt/notesSlides/notesSlide10.xml" Id="R6e72eef3d446417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그림 6">
            <a:extLst xmlns:a="http://schemas.openxmlformats.org/drawingml/2006/main">
              <a:ext uri="{FF2B5EF4-FFF2-40B4-BE49-F238E27FC236}">
                <a16:creationId xmlns:a16="http://schemas.microsoft.com/office/drawing/2014/main" id="{2BC6C744-BEB9-4D91-90DB-BBEE1D2F76FB}"/>
              </a:ext>
            </a:extLst>
          </p:cNvPr>
          <p:cNvPicPr>
            <a:picLocks xmlns:a="http://schemas.openxmlformats.org/drawingml/2006/main" noChangeAspect="1"/>
          </p:cNvPicPr>
          <p:nvPr/>
        </p:nvPicPr>
        <p:blipFill>
          <a:blip xmlns:r="http://schemas.openxmlformats.org/officeDocument/2006/relationships" xmlns:a="http://schemas.openxmlformats.org/drawingml/2006/main" r:embed="Rc3ce2d4a31c64ea1"/>
          <a:srcRect xmlns:a="http://schemas.openxmlformats.org/drawingml/2006/main" l="21296" t="0" r="21296" b="0"/>
          <a:stretch xmlns:a="http://schemas.openxmlformats.org/drawingml/2006/main">
            <a:fillRect l="0" t="0" r="0" b="0"/>
          </a:stretch>
        </p:blipFill>
        <p:spPr>
          <a:xfrm xmlns:a="http://schemas.openxmlformats.org/drawingml/2006/main">
            <a:off x="6286500" y="0"/>
            <a:ext cx="5905500" cy="6858000"/>
          </a:xfrm>
          <a:prstGeom xmlns:a="http://schemas.openxmlformats.org/drawingml/2006/main" prst="rect">
            <a:avLst/>
          </a:prstGeom>
        </p:spPr>
      </p:pic>
      <p:pic>
        <p:nvPicPr>
          <p:cNvPr id="2" name="그림 1">
            <a:extLst xmlns:a="http://schemas.openxmlformats.org/drawingml/2006/main">
              <a:ext uri="{FF2B5EF4-FFF2-40B4-BE49-F238E27FC236}">
                <a16:creationId xmlns:a16="http://schemas.microsoft.com/office/drawing/2014/main" id="{28A1C385-4A81-4DC7-8019-C61AB8972A03}"/>
              </a:ext>
            </a:extLst>
          </p:cNvPr>
          <p:cNvPicPr>
            <a:picLocks xmlns:a="http://schemas.openxmlformats.org/drawingml/2006/main" noChangeAspect="1"/>
          </p:cNvPicPr>
          <p:nvPr/>
        </p:nvPicPr>
        <p:blipFill>
          <a:blip xmlns:r="http://schemas.openxmlformats.org/officeDocument/2006/relationships" xmlns:a="http://schemas.openxmlformats.org/drawingml/2006/main" r:embed="R1e32f5f4b25942d8"/>
          <a:stretch xmlns:a="http://schemas.openxmlformats.org/drawingml/2006/main"/>
        </p:blipFill>
        <p:spPr>
          <a:xfrm xmlns:a="http://schemas.openxmlformats.org/drawingml/2006/main">
            <a:off x="609600" y="552450"/>
            <a:ext cx="1047750" cy="1047750"/>
          </a:xfrm>
          <a:prstGeom xmlns:a="http://schemas.openxmlformats.org/drawingml/2006/main" prst="rect">
            <a:avLst/>
          </a:prstGeom>
        </p:spPr>
      </p:pic>
      <p:sp>
        <p:nvSpPr>
          <p:cNvPr id="3" name="직사각형 2">
            <a:extLst xmlns:a="http://schemas.openxmlformats.org/drawingml/2006/main">
              <a:ext uri="{FF2B5EF4-FFF2-40B4-BE49-F238E27FC236}">
                <a16:creationId xmlns:a16="http://schemas.microsoft.com/office/drawing/2014/main" id="{ED036218-4EAD-4CA8-9C6C-0066F4DC966C}"/>
              </a:ext>
            </a:extLst>
          </p:cNvPr>
          <p:cNvSpPr>
            <a:spLocks xmlns:a="http://schemas.openxmlformats.org/drawingml/2006/main" noGrp="1"/>
          </p:cNvSpPr>
          <p:nvPr/>
        </p:nvSpPr>
        <p:spPr>
          <a:xfrm xmlns:a="http://schemas.openxmlformats.org/drawingml/2006/main">
            <a:off x="609600" y="2209800"/>
            <a:ext cx="5238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0D223F"/>
                </a:solidFill>
                <a:latin typeface="Malgun Gothic"/>
                <a:ea typeface="Malgun Gothic"/>
                <a:cs typeface="Malgun Gothic"/>
              </a:defRPr>
            </a:defPPr>
            <a:lvl1pPr algn="l">
              <a:defRPr sz="4350" b="1">
                <a:solidFill>
                  <a:srgbClr val="0D223F"/>
                </a:solidFill>
                <a:latin typeface="Malgun Gothic"/>
                <a:ea typeface="Malgun Gothic"/>
                <a:cs typeface="Malgun Gothic"/>
              </a:defRPr>
            </a:lvl1pPr>
            <a:lvl2pPr algn="l">
              <a:defRPr sz="4350" b="1">
                <a:solidFill>
                  <a:srgbClr val="0D223F"/>
                </a:solidFill>
                <a:latin typeface="Malgun Gothic"/>
                <a:ea typeface="Malgun Gothic"/>
                <a:cs typeface="Malgun Gothic"/>
              </a:defRPr>
            </a:lvl2pPr>
            <a:lvl3pPr algn="l">
              <a:defRPr sz="4350" b="1">
                <a:solidFill>
                  <a:srgbClr val="0D223F"/>
                </a:solidFill>
                <a:latin typeface="Malgun Gothic"/>
                <a:ea typeface="Malgun Gothic"/>
                <a:cs typeface="Malgun Gothic"/>
              </a:defRPr>
            </a:lvl3pPr>
            <a:lvl4pPr algn="l">
              <a:defRPr sz="4350" b="1">
                <a:solidFill>
                  <a:srgbClr val="0D223F"/>
                </a:solidFill>
                <a:latin typeface="Malgun Gothic"/>
                <a:ea typeface="Malgun Gothic"/>
                <a:cs typeface="Malgun Gothic"/>
              </a:defRPr>
            </a:lvl4pPr>
            <a:lvl5pPr algn="l">
              <a:defRPr sz="4350" b="1">
                <a:solidFill>
                  <a:srgbClr val="0D223F"/>
                </a:solidFill>
                <a:latin typeface="Malgun Gothic"/>
                <a:ea typeface="Malgun Gothic"/>
                <a:cs typeface="Malgun Gothic"/>
              </a:defRPr>
            </a:lvl5pPr>
            <a:lvl6pPr algn="l">
              <a:defRPr sz="4350" b="1">
                <a:solidFill>
                  <a:srgbClr val="0D223F"/>
                </a:solidFill>
                <a:latin typeface="Malgun Gothic"/>
                <a:ea typeface="Malgun Gothic"/>
                <a:cs typeface="Malgun Gothic"/>
              </a:defRPr>
            </a:lvl6pPr>
            <a:lvl7pPr algn="l">
              <a:defRPr sz="4350" b="1">
                <a:solidFill>
                  <a:srgbClr val="0D223F"/>
                </a:solidFill>
                <a:latin typeface="Malgun Gothic"/>
                <a:ea typeface="Malgun Gothic"/>
                <a:cs typeface="Malgun Gothic"/>
              </a:defRPr>
            </a:lvl7pPr>
            <a:lvl8pPr algn="l">
              <a:defRPr sz="4350" b="1">
                <a:solidFill>
                  <a:srgbClr val="0D223F"/>
                </a:solidFill>
                <a:latin typeface="Malgun Gothic"/>
                <a:ea typeface="Malgun Gothic"/>
                <a:cs typeface="Malgun Gothic"/>
              </a:defRPr>
            </a:lvl8pPr>
            <a:lvl9pPr algn="l">
              <a:defRPr sz="4350" b="1">
                <a:solidFill>
                  <a:srgbClr val="0D223F"/>
                </a:solidFill>
                <a:latin typeface="Malgun Gothic"/>
                <a:ea typeface="Malgun Gothic"/>
                <a:cs typeface="Malgun Gothic"/>
              </a:defRPr>
            </a:lvl9pPr>
          </a:lstStyle>
          <a:p xmlns:a="http://schemas.openxmlformats.org/drawingml/2006/main">
            <a:pPr algn="l">
              <a:lnSpc>
                <a:spcPct val="115000"/>
              </a:lnSpc>
              <a:buNone/>
              <a:defRPr sz="4350" b="1">
                <a:solidFill>
                  <a:srgbClr val="0D223F"/>
                </a:solidFill>
                <a:latin typeface="Malgun Gothic"/>
                <a:ea typeface="Malgun Gothic"/>
                <a:cs typeface="Malgun Gothic"/>
              </a:defRPr>
            </a:pPr>
            <a:r>
              <a:rPr sz="4350" b="1">
                <a:solidFill>
                  <a:srgbClr val="0D223F"/>
                </a:solidFill>
                <a:latin typeface="Malgun Gothic"/>
                <a:ea typeface="Malgun Gothic"/>
                <a:cs typeface="Malgun Gothic"/>
              </a:rPr>
              <a:t>JAYONSTUDIO</a:t>
            </a:r>
          </a:p>
        </p:txBody>
      </p:sp>
      <p:sp>
        <p:nvSpPr>
          <p:cNvPr id="4" name="직사각형 3">
            <a:extLst xmlns:a="http://schemas.openxmlformats.org/drawingml/2006/main">
              <a:ext uri="{FF2B5EF4-FFF2-40B4-BE49-F238E27FC236}">
                <a16:creationId xmlns:a16="http://schemas.microsoft.com/office/drawing/2014/main" id="{E0878CC0-F0B8-4473-9A51-D9FD91720505}"/>
              </a:ext>
            </a:extLst>
          </p:cNvPr>
          <p:cNvSpPr>
            <a:spLocks xmlns:a="http://schemas.openxmlformats.org/drawingml/2006/main" noGrp="1"/>
          </p:cNvSpPr>
          <p:nvPr/>
        </p:nvSpPr>
        <p:spPr>
          <a:xfrm xmlns:a="http://schemas.openxmlformats.org/drawingml/2006/main">
            <a:off x="628650" y="3171825"/>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1F3248"/>
                </a:solidFill>
                <a:latin typeface="Malgun Gothic"/>
                <a:ea typeface="Malgun Gothic"/>
                <a:cs typeface="Malgun Gothic"/>
              </a:defRPr>
            </a:defPPr>
            <a:lvl1pPr algn="l">
              <a:defRPr sz="3375" b="1">
                <a:solidFill>
                  <a:srgbClr val="1F3248"/>
                </a:solidFill>
                <a:latin typeface="Malgun Gothic"/>
                <a:ea typeface="Malgun Gothic"/>
                <a:cs typeface="Malgun Gothic"/>
              </a:defRPr>
            </a:lvl1pPr>
            <a:lvl2pPr algn="l">
              <a:defRPr sz="3375" b="1">
                <a:solidFill>
                  <a:srgbClr val="1F3248"/>
                </a:solidFill>
                <a:latin typeface="Malgun Gothic"/>
                <a:ea typeface="Malgun Gothic"/>
                <a:cs typeface="Malgun Gothic"/>
              </a:defRPr>
            </a:lvl2pPr>
            <a:lvl3pPr algn="l">
              <a:defRPr sz="3375" b="1">
                <a:solidFill>
                  <a:srgbClr val="1F3248"/>
                </a:solidFill>
                <a:latin typeface="Malgun Gothic"/>
                <a:ea typeface="Malgun Gothic"/>
                <a:cs typeface="Malgun Gothic"/>
              </a:defRPr>
            </a:lvl3pPr>
            <a:lvl4pPr algn="l">
              <a:defRPr sz="3375" b="1">
                <a:solidFill>
                  <a:srgbClr val="1F3248"/>
                </a:solidFill>
                <a:latin typeface="Malgun Gothic"/>
                <a:ea typeface="Malgun Gothic"/>
                <a:cs typeface="Malgun Gothic"/>
              </a:defRPr>
            </a:lvl4pPr>
            <a:lvl5pPr algn="l">
              <a:defRPr sz="3375" b="1">
                <a:solidFill>
                  <a:srgbClr val="1F3248"/>
                </a:solidFill>
                <a:latin typeface="Malgun Gothic"/>
                <a:ea typeface="Malgun Gothic"/>
                <a:cs typeface="Malgun Gothic"/>
              </a:defRPr>
            </a:lvl5pPr>
            <a:lvl6pPr algn="l">
              <a:defRPr sz="3375" b="1">
                <a:solidFill>
                  <a:srgbClr val="1F3248"/>
                </a:solidFill>
                <a:latin typeface="Malgun Gothic"/>
                <a:ea typeface="Malgun Gothic"/>
                <a:cs typeface="Malgun Gothic"/>
              </a:defRPr>
            </a:lvl6pPr>
            <a:lvl7pPr algn="l">
              <a:defRPr sz="3375" b="1">
                <a:solidFill>
                  <a:srgbClr val="1F3248"/>
                </a:solidFill>
                <a:latin typeface="Malgun Gothic"/>
                <a:ea typeface="Malgun Gothic"/>
                <a:cs typeface="Malgun Gothic"/>
              </a:defRPr>
            </a:lvl7pPr>
            <a:lvl8pPr algn="l">
              <a:defRPr sz="3375" b="1">
                <a:solidFill>
                  <a:srgbClr val="1F3248"/>
                </a:solidFill>
                <a:latin typeface="Malgun Gothic"/>
                <a:ea typeface="Malgun Gothic"/>
                <a:cs typeface="Malgun Gothic"/>
              </a:defRPr>
            </a:lvl8pPr>
            <a:lvl9pPr algn="l">
              <a:defRPr sz="3375" b="1">
                <a:solidFill>
                  <a:srgbClr val="1F3248"/>
                </a:solidFill>
                <a:latin typeface="Malgun Gothic"/>
                <a:ea typeface="Malgun Gothic"/>
                <a:cs typeface="Malgun Gothic"/>
              </a:defRPr>
            </a:lvl9pPr>
          </a:lstStyle>
          <a:p xmlns:a="http://schemas.openxmlformats.org/drawingml/2006/main">
            <a:pPr algn="l">
              <a:lnSpc>
                <a:spcPct val="115000"/>
              </a:lnSpc>
              <a:buNone/>
              <a:defRPr sz="3375" b="1">
                <a:solidFill>
                  <a:srgbClr val="1F3248"/>
                </a:solidFill>
                <a:latin typeface="Malgun Gothic"/>
                <a:ea typeface="Malgun Gothic"/>
                <a:cs typeface="Malgun Gothic"/>
              </a:defRPr>
            </a:pPr>
            <a:r>
              <a:rPr sz="3375" b="1">
                <a:solidFill>
                  <a:srgbClr val="1F3248"/>
                </a:solidFill>
                <a:latin typeface="Malgun Gothic"/>
                <a:ea typeface="Malgun Gothic"/>
                <a:cs typeface="Malgun Gothic"/>
              </a:rPr>
              <a:t>산업용 소프트웨어</a:t>
            </a:r>
          </a:p>
          <a:p xmlns:a="http://schemas.openxmlformats.org/drawingml/2006/main">
            <a:pPr algn="l">
              <a:lnSpc>
                <a:spcPct val="115000"/>
              </a:lnSpc>
              <a:buNone/>
              <a:defRPr sz="3375" b="1">
                <a:solidFill>
                  <a:srgbClr val="1F3248"/>
                </a:solidFill>
                <a:latin typeface="Malgun Gothic"/>
                <a:ea typeface="Malgun Gothic"/>
                <a:cs typeface="Malgun Gothic"/>
              </a:defRPr>
            </a:pPr>
            <a:r>
              <a:rPr sz="3375" b="1">
                <a:solidFill>
                  <a:srgbClr val="1F3248"/>
                </a:solidFill>
                <a:latin typeface="Malgun Gothic"/>
                <a:ea typeface="Malgun Gothic"/>
                <a:cs typeface="Malgun Gothic"/>
              </a:rPr>
              <a:t>&amp; 솔루션</a:t>
            </a:r>
          </a:p>
        </p:txBody>
      </p:sp>
      <p:sp>
        <p:nvSpPr>
          <p:cNvPr id="5" name="직사각형 4">
            <a:extLst xmlns:a="http://schemas.openxmlformats.org/drawingml/2006/main">
              <a:ext uri="{FF2B5EF4-FFF2-40B4-BE49-F238E27FC236}">
                <a16:creationId xmlns:a16="http://schemas.microsoft.com/office/drawing/2014/main" id="{C90DCED4-78EB-48BD-AFE5-468DEAD1B91E}"/>
              </a:ext>
            </a:extLst>
          </p:cNvPr>
          <p:cNvSpPr>
            <a:spLocks xmlns:a="http://schemas.openxmlformats.org/drawingml/2006/main" noGrp="1"/>
          </p:cNvSpPr>
          <p:nvPr/>
        </p:nvSpPr>
        <p:spPr>
          <a:xfrm xmlns:a="http://schemas.openxmlformats.org/drawingml/2006/main">
            <a:off x="647700" y="4962525"/>
            <a:ext cx="4953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1748A"/>
                </a:solidFill>
                <a:latin typeface="Malgun Gothic"/>
                <a:ea typeface="Malgun Gothic"/>
                <a:cs typeface="Malgun Gothic"/>
              </a:defRPr>
            </a:defPPr>
            <a:lvl1pPr algn="l">
              <a:defRPr sz="2025" b="0">
                <a:solidFill>
                  <a:srgbClr val="61748A"/>
                </a:solidFill>
                <a:latin typeface="Malgun Gothic"/>
                <a:ea typeface="Malgun Gothic"/>
                <a:cs typeface="Malgun Gothic"/>
              </a:defRPr>
            </a:lvl1pPr>
            <a:lvl2pPr algn="l">
              <a:defRPr sz="2025" b="0">
                <a:solidFill>
                  <a:srgbClr val="61748A"/>
                </a:solidFill>
                <a:latin typeface="Malgun Gothic"/>
                <a:ea typeface="Malgun Gothic"/>
                <a:cs typeface="Malgun Gothic"/>
              </a:defRPr>
            </a:lvl2pPr>
            <a:lvl3pPr algn="l">
              <a:defRPr sz="2025" b="0">
                <a:solidFill>
                  <a:srgbClr val="61748A"/>
                </a:solidFill>
                <a:latin typeface="Malgun Gothic"/>
                <a:ea typeface="Malgun Gothic"/>
                <a:cs typeface="Malgun Gothic"/>
              </a:defRPr>
            </a:lvl3pPr>
            <a:lvl4pPr algn="l">
              <a:defRPr sz="2025" b="0">
                <a:solidFill>
                  <a:srgbClr val="61748A"/>
                </a:solidFill>
                <a:latin typeface="Malgun Gothic"/>
                <a:ea typeface="Malgun Gothic"/>
                <a:cs typeface="Malgun Gothic"/>
              </a:defRPr>
            </a:lvl4pPr>
            <a:lvl5pPr algn="l">
              <a:defRPr sz="2025" b="0">
                <a:solidFill>
                  <a:srgbClr val="61748A"/>
                </a:solidFill>
                <a:latin typeface="Malgun Gothic"/>
                <a:ea typeface="Malgun Gothic"/>
                <a:cs typeface="Malgun Gothic"/>
              </a:defRPr>
            </a:lvl5pPr>
            <a:lvl6pPr algn="l">
              <a:defRPr sz="2025" b="0">
                <a:solidFill>
                  <a:srgbClr val="61748A"/>
                </a:solidFill>
                <a:latin typeface="Malgun Gothic"/>
                <a:ea typeface="Malgun Gothic"/>
                <a:cs typeface="Malgun Gothic"/>
              </a:defRPr>
            </a:lvl6pPr>
            <a:lvl7pPr algn="l">
              <a:defRPr sz="2025" b="0">
                <a:solidFill>
                  <a:srgbClr val="61748A"/>
                </a:solidFill>
                <a:latin typeface="Malgun Gothic"/>
                <a:ea typeface="Malgun Gothic"/>
                <a:cs typeface="Malgun Gothic"/>
              </a:defRPr>
            </a:lvl7pPr>
            <a:lvl8pPr algn="l">
              <a:defRPr sz="2025" b="0">
                <a:solidFill>
                  <a:srgbClr val="61748A"/>
                </a:solidFill>
                <a:latin typeface="Malgun Gothic"/>
                <a:ea typeface="Malgun Gothic"/>
                <a:cs typeface="Malgun Gothic"/>
              </a:defRPr>
            </a:lvl8pPr>
            <a:lvl9pPr algn="l">
              <a:defRPr sz="2025" b="0">
                <a:solidFill>
                  <a:srgbClr val="61748A"/>
                </a:solidFill>
                <a:latin typeface="Malgun Gothic"/>
                <a:ea typeface="Malgun Gothic"/>
                <a:cs typeface="Malgun Gothic"/>
              </a:defRPr>
            </a:lvl9pPr>
          </a:lstStyle>
          <a:p xmlns:a="http://schemas.openxmlformats.org/drawingml/2006/main">
            <a:pPr algn="l">
              <a:lnSpc>
                <a:spcPct val="115000"/>
              </a:lnSpc>
              <a:buNone/>
              <a:defRPr sz="2025" b="0">
                <a:solidFill>
                  <a:srgbClr val="61748A"/>
                </a:solidFill>
                <a:latin typeface="Malgun Gothic"/>
                <a:ea typeface="Malgun Gothic"/>
                <a:cs typeface="Malgun Gothic"/>
              </a:defRPr>
            </a:pPr>
            <a:r>
              <a:rPr sz="2025" b="0">
                <a:solidFill>
                  <a:srgbClr val="61748A"/>
                </a:solidFill>
                <a:latin typeface="Malgun Gothic"/>
                <a:ea typeface="Malgun Gothic"/>
                <a:cs typeface="Malgun Gothic"/>
              </a:rPr>
              <a:t>현장 데이터 연결과 웹 운영,</a:t>
            </a:r>
          </a:p>
          <a:p xmlns:a="http://schemas.openxmlformats.org/drawingml/2006/main">
            <a:pPr algn="l">
              <a:lnSpc>
                <a:spcPct val="115000"/>
              </a:lnSpc>
              <a:buNone/>
              <a:defRPr sz="2025" b="0">
                <a:solidFill>
                  <a:srgbClr val="61748A"/>
                </a:solidFill>
                <a:latin typeface="Malgun Gothic"/>
                <a:ea typeface="Malgun Gothic"/>
                <a:cs typeface="Malgun Gothic"/>
              </a:defRPr>
            </a:pPr>
            <a:r>
              <a:rPr sz="2025" b="0">
                <a:solidFill>
                  <a:srgbClr val="61748A"/>
                </a:solidFill>
                <a:latin typeface="Malgun Gothic"/>
                <a:ea typeface="Malgun Gothic"/>
                <a:cs typeface="Malgun Gothic"/>
              </a:rPr>
              <a:t>모바일 점검과 진단을 위한 제품군</a:t>
            </a:r>
          </a:p>
        </p:txBody>
      </p:sp>
      <p:sp>
        <p:nvSpPr>
          <p:cNvPr id="6" name="직사각형 5">
            <a:extLst xmlns:a="http://schemas.openxmlformats.org/drawingml/2006/main">
              <a:ext uri="{FF2B5EF4-FFF2-40B4-BE49-F238E27FC236}">
                <a16:creationId xmlns:a16="http://schemas.microsoft.com/office/drawing/2014/main" id="{466CEF54-198F-417C-BCD1-02AB96D48C1B}"/>
              </a:ext>
            </a:extLst>
          </p:cNvPr>
          <p:cNvSpPr>
            <a:spLocks xmlns:a="http://schemas.openxmlformats.org/drawingml/2006/main" noGrp="1"/>
          </p:cNvSpPr>
          <p:nvPr/>
        </p:nvSpPr>
        <p:spPr>
          <a:xfrm xmlns:a="http://schemas.openxmlformats.org/drawingml/2006/main">
            <a:off x="647700" y="6334125"/>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61748A"/>
                </a:solidFill>
                <a:latin typeface="Malgun Gothic"/>
                <a:ea typeface="Malgun Gothic"/>
                <a:cs typeface="Malgun Gothic"/>
              </a:defRPr>
            </a:defPPr>
            <a:lvl1pPr algn="l">
              <a:defRPr sz="1275" b="0">
                <a:solidFill>
                  <a:srgbClr val="61748A"/>
                </a:solidFill>
                <a:latin typeface="Malgun Gothic"/>
                <a:ea typeface="Malgun Gothic"/>
                <a:cs typeface="Malgun Gothic"/>
              </a:defRPr>
            </a:lvl1pPr>
            <a:lvl2pPr algn="l">
              <a:defRPr sz="1275" b="0">
                <a:solidFill>
                  <a:srgbClr val="61748A"/>
                </a:solidFill>
                <a:latin typeface="Malgun Gothic"/>
                <a:ea typeface="Malgun Gothic"/>
                <a:cs typeface="Malgun Gothic"/>
              </a:defRPr>
            </a:lvl2pPr>
            <a:lvl3pPr algn="l">
              <a:defRPr sz="1275" b="0">
                <a:solidFill>
                  <a:srgbClr val="61748A"/>
                </a:solidFill>
                <a:latin typeface="Malgun Gothic"/>
                <a:ea typeface="Malgun Gothic"/>
                <a:cs typeface="Malgun Gothic"/>
              </a:defRPr>
            </a:lvl3pPr>
            <a:lvl4pPr algn="l">
              <a:defRPr sz="1275" b="0">
                <a:solidFill>
                  <a:srgbClr val="61748A"/>
                </a:solidFill>
                <a:latin typeface="Malgun Gothic"/>
                <a:ea typeface="Malgun Gothic"/>
                <a:cs typeface="Malgun Gothic"/>
              </a:defRPr>
            </a:lvl4pPr>
            <a:lvl5pPr algn="l">
              <a:defRPr sz="1275" b="0">
                <a:solidFill>
                  <a:srgbClr val="61748A"/>
                </a:solidFill>
                <a:latin typeface="Malgun Gothic"/>
                <a:ea typeface="Malgun Gothic"/>
                <a:cs typeface="Malgun Gothic"/>
              </a:defRPr>
            </a:lvl5pPr>
            <a:lvl6pPr algn="l">
              <a:defRPr sz="1275" b="0">
                <a:solidFill>
                  <a:srgbClr val="61748A"/>
                </a:solidFill>
                <a:latin typeface="Malgun Gothic"/>
                <a:ea typeface="Malgun Gothic"/>
                <a:cs typeface="Malgun Gothic"/>
              </a:defRPr>
            </a:lvl6pPr>
            <a:lvl7pPr algn="l">
              <a:defRPr sz="1275" b="0">
                <a:solidFill>
                  <a:srgbClr val="61748A"/>
                </a:solidFill>
                <a:latin typeface="Malgun Gothic"/>
                <a:ea typeface="Malgun Gothic"/>
                <a:cs typeface="Malgun Gothic"/>
              </a:defRPr>
            </a:lvl7pPr>
            <a:lvl8pPr algn="l">
              <a:defRPr sz="1275" b="0">
                <a:solidFill>
                  <a:srgbClr val="61748A"/>
                </a:solidFill>
                <a:latin typeface="Malgun Gothic"/>
                <a:ea typeface="Malgun Gothic"/>
                <a:cs typeface="Malgun Gothic"/>
              </a:defRPr>
            </a:lvl8pPr>
            <a:lvl9pPr algn="l">
              <a:defRPr sz="1275" b="0">
                <a:solidFill>
                  <a:srgbClr val="61748A"/>
                </a:solidFill>
                <a:latin typeface="Malgun Gothic"/>
                <a:ea typeface="Malgun Gothic"/>
                <a:cs typeface="Malgun Gothic"/>
              </a:defRPr>
            </a:lvl9pPr>
          </a:lstStyle>
          <a:p xmlns:a="http://schemas.openxmlformats.org/drawingml/2006/main">
            <a:pPr algn="l">
              <a:lnSpc>
                <a:spcPct val="115000"/>
              </a:lnSpc>
              <a:buNone/>
              <a:defRPr sz="1275" b="0">
                <a:solidFill>
                  <a:srgbClr val="61748A"/>
                </a:solidFill>
                <a:latin typeface="Malgun Gothic"/>
                <a:ea typeface="Malgun Gothic"/>
                <a:cs typeface="Malgun Gothic"/>
              </a:defRPr>
            </a:pPr>
            <a:r>
              <a:rPr sz="1275" b="0">
                <a:solidFill>
                  <a:srgbClr val="61748A"/>
                </a:solidFill>
                <a:latin typeface="Malgun Gothic"/>
                <a:ea typeface="Malgun Gothic"/>
                <a:cs typeface="Malgun Gothic"/>
              </a:rPr>
              <a:t>소개서  /  2026.10</a:t>
            </a:r>
          </a:p>
        </p:txBody>
      </p:sp>
    </p:spTree>
    <p:extLst>
      <p:ext uri="{BB962C8B-B14F-4D97-AF65-F5344CB8AC3E}">
        <p14:creationId xmlns:p14="http://schemas.microsoft.com/office/powerpoint/2010/main" val="19106701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직사각형 8">
            <a:extLst xmlns:a="http://schemas.openxmlformats.org/drawingml/2006/main">
              <a:ext uri="{FF2B5EF4-FFF2-40B4-BE49-F238E27FC236}">
                <a16:creationId xmlns:a16="http://schemas.microsoft.com/office/drawing/2014/main" id="{61A285FD-3D19-47C3-BF8F-011934376097}"/>
              </a:ext>
            </a:extLst>
          </p:cNvPr>
          <p:cNvSpPr>
            <a:spLocks xmlns:a="http://schemas.openxmlformats.org/drawingml/2006/main" noGrp="1"/>
          </p:cNvSpPr>
          <p:nvPr/>
        </p:nvSpPr>
        <p:spPr>
          <a:xfrm xmlns:a="http://schemas.openxmlformats.org/drawingml/2006/main">
            <a:off x="609600" y="5334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D223F"/>
                </a:solidFill>
                <a:latin typeface="Malgun Gothic"/>
                <a:ea typeface="Malgun Gothic"/>
                <a:cs typeface="Malgun Gothic"/>
              </a:defRPr>
            </a:defPPr>
            <a:lvl1pPr algn="l">
              <a:defRPr sz="3300" b="1">
                <a:solidFill>
                  <a:srgbClr val="0D223F"/>
                </a:solidFill>
                <a:latin typeface="Malgun Gothic"/>
                <a:ea typeface="Malgun Gothic"/>
                <a:cs typeface="Malgun Gothic"/>
              </a:defRPr>
            </a:lvl1pPr>
            <a:lvl2pPr algn="l">
              <a:defRPr sz="3300" b="1">
                <a:solidFill>
                  <a:srgbClr val="0D223F"/>
                </a:solidFill>
                <a:latin typeface="Malgun Gothic"/>
                <a:ea typeface="Malgun Gothic"/>
                <a:cs typeface="Malgun Gothic"/>
              </a:defRPr>
            </a:lvl2pPr>
            <a:lvl3pPr algn="l">
              <a:defRPr sz="3300" b="1">
                <a:solidFill>
                  <a:srgbClr val="0D223F"/>
                </a:solidFill>
                <a:latin typeface="Malgun Gothic"/>
                <a:ea typeface="Malgun Gothic"/>
                <a:cs typeface="Malgun Gothic"/>
              </a:defRPr>
            </a:lvl3pPr>
            <a:lvl4pPr algn="l">
              <a:defRPr sz="3300" b="1">
                <a:solidFill>
                  <a:srgbClr val="0D223F"/>
                </a:solidFill>
                <a:latin typeface="Malgun Gothic"/>
                <a:ea typeface="Malgun Gothic"/>
                <a:cs typeface="Malgun Gothic"/>
              </a:defRPr>
            </a:lvl4pPr>
            <a:lvl5pPr algn="l">
              <a:defRPr sz="3300" b="1">
                <a:solidFill>
                  <a:srgbClr val="0D223F"/>
                </a:solidFill>
                <a:latin typeface="Malgun Gothic"/>
                <a:ea typeface="Malgun Gothic"/>
                <a:cs typeface="Malgun Gothic"/>
              </a:defRPr>
            </a:lvl5pPr>
            <a:lvl6pPr algn="l">
              <a:defRPr sz="3300" b="1">
                <a:solidFill>
                  <a:srgbClr val="0D223F"/>
                </a:solidFill>
                <a:latin typeface="Malgun Gothic"/>
                <a:ea typeface="Malgun Gothic"/>
                <a:cs typeface="Malgun Gothic"/>
              </a:defRPr>
            </a:lvl6pPr>
            <a:lvl7pPr algn="l">
              <a:defRPr sz="3300" b="1">
                <a:solidFill>
                  <a:srgbClr val="0D223F"/>
                </a:solidFill>
                <a:latin typeface="Malgun Gothic"/>
                <a:ea typeface="Malgun Gothic"/>
                <a:cs typeface="Malgun Gothic"/>
              </a:defRPr>
            </a:lvl7pPr>
            <a:lvl8pPr algn="l">
              <a:defRPr sz="3300" b="1">
                <a:solidFill>
                  <a:srgbClr val="0D223F"/>
                </a:solidFill>
                <a:latin typeface="Malgun Gothic"/>
                <a:ea typeface="Malgun Gothic"/>
                <a:cs typeface="Malgun Gothic"/>
              </a:defRPr>
            </a:lvl8pPr>
            <a:lvl9pPr algn="l">
              <a:defRPr sz="3300" b="1">
                <a:solidFill>
                  <a:srgbClr val="0D223F"/>
                </a:solidFill>
                <a:latin typeface="Malgun Gothic"/>
                <a:ea typeface="Malgun Gothic"/>
                <a:cs typeface="Malgun Gothic"/>
              </a:defRPr>
            </a:lvl9pPr>
          </a:lstStyle>
          <a:p xmlns:a="http://schemas.openxmlformats.org/drawingml/2006/main">
            <a:pPr algn="l">
              <a:lnSpc>
                <a:spcPct val="115000"/>
              </a:lnSpc>
              <a:buNone/>
              <a:defRPr sz="3300" b="1">
                <a:solidFill>
                  <a:srgbClr val="0D223F"/>
                </a:solidFill>
                <a:latin typeface="Malgun Gothic"/>
                <a:ea typeface="Malgun Gothic"/>
                <a:cs typeface="Malgun Gothic"/>
              </a:defRPr>
            </a:pPr>
            <a:r>
              <a:rPr sz="3300" b="1">
                <a:solidFill>
                  <a:srgbClr val="0D223F"/>
                </a:solidFill>
                <a:latin typeface="Malgun Gothic"/>
                <a:ea typeface="Malgun Gothic"/>
                <a:cs typeface="Malgun Gothic"/>
              </a:rPr>
              <a:t>산업 현장의 데이터와 운영 소프트웨어</a:t>
            </a:r>
          </a:p>
        </p:txBody>
      </p:sp>
      <p:sp>
        <p:nvSpPr>
          <p:cNvPr id="2" name="직사각형 1">
            <a:extLst xmlns:a="http://schemas.openxmlformats.org/drawingml/2006/main">
              <a:ext uri="{FF2B5EF4-FFF2-40B4-BE49-F238E27FC236}">
                <a16:creationId xmlns:a16="http://schemas.microsoft.com/office/drawing/2014/main" id="{E6873EEC-5178-4361-8DD8-F9DD4885C4F5}"/>
              </a:ext>
            </a:extLst>
          </p:cNvPr>
          <p:cNvSpPr>
            <a:spLocks xmlns:a="http://schemas.openxmlformats.org/drawingml/2006/main" noGrp="1"/>
          </p:cNvSpPr>
          <p:nvPr/>
        </p:nvSpPr>
        <p:spPr>
          <a:xfrm xmlns:a="http://schemas.openxmlformats.org/drawingml/2006/main">
            <a:off x="628650" y="1362075"/>
            <a:ext cx="10839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1748A"/>
                </a:solidFill>
                <a:latin typeface="Malgun Gothic"/>
                <a:ea typeface="Malgun Gothic"/>
                <a:cs typeface="Malgun Gothic"/>
              </a:defRPr>
            </a:defPPr>
            <a:lvl1pPr algn="l">
              <a:defRPr sz="1800" b="0">
                <a:solidFill>
                  <a:srgbClr val="61748A"/>
                </a:solidFill>
                <a:latin typeface="Malgun Gothic"/>
                <a:ea typeface="Malgun Gothic"/>
                <a:cs typeface="Malgun Gothic"/>
              </a:defRPr>
            </a:lvl1pPr>
            <a:lvl2pPr algn="l">
              <a:defRPr sz="1800" b="0">
                <a:solidFill>
                  <a:srgbClr val="61748A"/>
                </a:solidFill>
                <a:latin typeface="Malgun Gothic"/>
                <a:ea typeface="Malgun Gothic"/>
                <a:cs typeface="Malgun Gothic"/>
              </a:defRPr>
            </a:lvl2pPr>
            <a:lvl3pPr algn="l">
              <a:defRPr sz="1800" b="0">
                <a:solidFill>
                  <a:srgbClr val="61748A"/>
                </a:solidFill>
                <a:latin typeface="Malgun Gothic"/>
                <a:ea typeface="Malgun Gothic"/>
                <a:cs typeface="Malgun Gothic"/>
              </a:defRPr>
            </a:lvl3pPr>
            <a:lvl4pPr algn="l">
              <a:defRPr sz="1800" b="0">
                <a:solidFill>
                  <a:srgbClr val="61748A"/>
                </a:solidFill>
                <a:latin typeface="Malgun Gothic"/>
                <a:ea typeface="Malgun Gothic"/>
                <a:cs typeface="Malgun Gothic"/>
              </a:defRPr>
            </a:lvl4pPr>
            <a:lvl5pPr algn="l">
              <a:defRPr sz="1800" b="0">
                <a:solidFill>
                  <a:srgbClr val="61748A"/>
                </a:solidFill>
                <a:latin typeface="Malgun Gothic"/>
                <a:ea typeface="Malgun Gothic"/>
                <a:cs typeface="Malgun Gothic"/>
              </a:defRPr>
            </a:lvl5pPr>
            <a:lvl6pPr algn="l">
              <a:defRPr sz="1800" b="0">
                <a:solidFill>
                  <a:srgbClr val="61748A"/>
                </a:solidFill>
                <a:latin typeface="Malgun Gothic"/>
                <a:ea typeface="Malgun Gothic"/>
                <a:cs typeface="Malgun Gothic"/>
              </a:defRPr>
            </a:lvl6pPr>
            <a:lvl7pPr algn="l">
              <a:defRPr sz="1800" b="0">
                <a:solidFill>
                  <a:srgbClr val="61748A"/>
                </a:solidFill>
                <a:latin typeface="Malgun Gothic"/>
                <a:ea typeface="Malgun Gothic"/>
                <a:cs typeface="Malgun Gothic"/>
              </a:defRPr>
            </a:lvl7pPr>
            <a:lvl8pPr algn="l">
              <a:defRPr sz="1800" b="0">
                <a:solidFill>
                  <a:srgbClr val="61748A"/>
                </a:solidFill>
                <a:latin typeface="Malgun Gothic"/>
                <a:ea typeface="Malgun Gothic"/>
                <a:cs typeface="Malgun Gothic"/>
              </a:defRPr>
            </a:lvl8pPr>
            <a:lvl9pPr algn="l">
              <a:defRPr sz="1800" b="0">
                <a:solidFill>
                  <a:srgbClr val="61748A"/>
                </a:solidFill>
                <a:latin typeface="Malgun Gothic"/>
                <a:ea typeface="Malgun Gothic"/>
                <a:cs typeface="Malgun Gothic"/>
              </a:defRPr>
            </a:lvl9pPr>
          </a:lstStyle>
          <a:p xmlns:a="http://schemas.openxmlformats.org/drawingml/2006/main">
            <a:pPr algn="l">
              <a:lnSpc>
                <a:spcPct val="115000"/>
              </a:lnSpc>
              <a:buNone/>
              <a:defRPr sz="1800" b="0">
                <a:solidFill>
                  <a:srgbClr val="61748A"/>
                </a:solidFill>
                <a:latin typeface="Malgun Gothic"/>
                <a:ea typeface="Malgun Gothic"/>
                <a:cs typeface="Malgun Gothic"/>
              </a:defRPr>
            </a:pPr>
            <a:r>
              <a:rPr sz="1800" b="0">
                <a:solidFill>
                  <a:srgbClr val="61748A"/>
                </a:solidFill>
                <a:latin typeface="Malgun Gothic"/>
                <a:ea typeface="Malgun Gothic"/>
                <a:cs typeface="Malgun Gothic"/>
              </a:rPr>
              <a:t>JAYONSTUDIO는 현장 연결부터 웹 운영, 모바일 점검과 진단까지 필요한 도구를 개발합니다</a:t>
            </a:r>
          </a:p>
        </p:txBody>
      </p:sp>
      <p:sp>
        <p:nvSpPr>
          <p:cNvPr id="3" name="직사각형 2">
            <a:extLst xmlns:a="http://schemas.openxmlformats.org/drawingml/2006/main">
              <a:ext uri="{FF2B5EF4-FFF2-40B4-BE49-F238E27FC236}">
                <a16:creationId xmlns:a16="http://schemas.microsoft.com/office/drawing/2014/main" id="{D3B29168-2015-44CB-B197-1A1951FB2382}"/>
              </a:ext>
            </a:extLst>
          </p:cNvPr>
          <p:cNvSpPr>
            <a:spLocks xmlns:a="http://schemas.openxmlformats.org/drawingml/2006/main" noGrp="1"/>
          </p:cNvSpPr>
          <p:nvPr/>
        </p:nvSpPr>
        <p:spPr>
          <a:xfrm xmlns:a="http://schemas.openxmlformats.org/drawingml/2006/main">
            <a:off x="609600" y="6400800"/>
            <a:ext cx="333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JAYONSTUDIO</a:t>
            </a:r>
          </a:p>
        </p:txBody>
      </p:sp>
      <p:sp>
        <p:nvSpPr>
          <p:cNvPr id="4" name="직사각형 3">
            <a:extLst xmlns:a="http://schemas.openxmlformats.org/drawingml/2006/main">
              <a:ext uri="{FF2B5EF4-FFF2-40B4-BE49-F238E27FC236}">
                <a16:creationId xmlns:a16="http://schemas.microsoft.com/office/drawing/2014/main" id="{EADA8B14-406B-4302-80CF-0137E9EB614E}"/>
              </a:ext>
            </a:extLst>
          </p:cNvPr>
          <p:cNvSpPr>
            <a:spLocks xmlns:a="http://schemas.openxmlformats.org/drawingml/2006/main" noGrp="1"/>
          </p:cNvSpPr>
          <p:nvPr/>
        </p:nvSpPr>
        <p:spPr>
          <a:xfrm xmlns:a="http://schemas.openxmlformats.org/drawingml/2006/main">
            <a:off x="11029950" y="64008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02</a:t>
            </a:r>
          </a:p>
        </p:txBody>
      </p:sp>
      <p:sp>
        <p:nvSpPr>
          <p:cNvPr id="5" name="직사각형 4">
            <a:extLst xmlns:a="http://schemas.openxmlformats.org/drawingml/2006/main">
              <a:ext uri="{FF2B5EF4-FFF2-40B4-BE49-F238E27FC236}">
                <a16:creationId xmlns:a16="http://schemas.microsoft.com/office/drawing/2014/main" id="{6924A83A-F78A-4516-AB2C-3F2BD445942D}"/>
              </a:ext>
            </a:extLst>
          </p:cNvPr>
          <p:cNvSpPr>
            <a:spLocks xmlns:a="http://schemas.openxmlformats.org/drawingml/2006/main" noGrp="1"/>
          </p:cNvSpPr>
          <p:nvPr/>
        </p:nvSpPr>
        <p:spPr>
          <a:xfrm xmlns:a="http://schemas.openxmlformats.org/drawingml/2006/main">
            <a:off x="609600" y="2362200"/>
            <a:ext cx="52197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0D223F"/>
                </a:solidFill>
                <a:latin typeface="Malgun Gothic"/>
                <a:ea typeface="Malgun Gothic"/>
                <a:cs typeface="Malgun Gothic"/>
              </a:defRPr>
            </a:defPPr>
            <a:lvl1pPr algn="l">
              <a:defRPr sz="2550" b="1">
                <a:solidFill>
                  <a:srgbClr val="0D223F"/>
                </a:solidFill>
                <a:latin typeface="Malgun Gothic"/>
                <a:ea typeface="Malgun Gothic"/>
                <a:cs typeface="Malgun Gothic"/>
              </a:defRPr>
            </a:lvl1pPr>
            <a:lvl2pPr algn="l">
              <a:defRPr sz="2550" b="1">
                <a:solidFill>
                  <a:srgbClr val="0D223F"/>
                </a:solidFill>
                <a:latin typeface="Malgun Gothic"/>
                <a:ea typeface="Malgun Gothic"/>
                <a:cs typeface="Malgun Gothic"/>
              </a:defRPr>
            </a:lvl2pPr>
            <a:lvl3pPr algn="l">
              <a:defRPr sz="2550" b="1">
                <a:solidFill>
                  <a:srgbClr val="0D223F"/>
                </a:solidFill>
                <a:latin typeface="Malgun Gothic"/>
                <a:ea typeface="Malgun Gothic"/>
                <a:cs typeface="Malgun Gothic"/>
              </a:defRPr>
            </a:lvl3pPr>
            <a:lvl4pPr algn="l">
              <a:defRPr sz="2550" b="1">
                <a:solidFill>
                  <a:srgbClr val="0D223F"/>
                </a:solidFill>
                <a:latin typeface="Malgun Gothic"/>
                <a:ea typeface="Malgun Gothic"/>
                <a:cs typeface="Malgun Gothic"/>
              </a:defRPr>
            </a:lvl4pPr>
            <a:lvl5pPr algn="l">
              <a:defRPr sz="2550" b="1">
                <a:solidFill>
                  <a:srgbClr val="0D223F"/>
                </a:solidFill>
                <a:latin typeface="Malgun Gothic"/>
                <a:ea typeface="Malgun Gothic"/>
                <a:cs typeface="Malgun Gothic"/>
              </a:defRPr>
            </a:lvl5pPr>
            <a:lvl6pPr algn="l">
              <a:defRPr sz="2550" b="1">
                <a:solidFill>
                  <a:srgbClr val="0D223F"/>
                </a:solidFill>
                <a:latin typeface="Malgun Gothic"/>
                <a:ea typeface="Malgun Gothic"/>
                <a:cs typeface="Malgun Gothic"/>
              </a:defRPr>
            </a:lvl6pPr>
            <a:lvl7pPr algn="l">
              <a:defRPr sz="2550" b="1">
                <a:solidFill>
                  <a:srgbClr val="0D223F"/>
                </a:solidFill>
                <a:latin typeface="Malgun Gothic"/>
                <a:ea typeface="Malgun Gothic"/>
                <a:cs typeface="Malgun Gothic"/>
              </a:defRPr>
            </a:lvl7pPr>
            <a:lvl8pPr algn="l">
              <a:defRPr sz="2550" b="1">
                <a:solidFill>
                  <a:srgbClr val="0D223F"/>
                </a:solidFill>
                <a:latin typeface="Malgun Gothic"/>
                <a:ea typeface="Malgun Gothic"/>
                <a:cs typeface="Malgun Gothic"/>
              </a:defRPr>
            </a:lvl8pPr>
            <a:lvl9pPr algn="l">
              <a:defRPr sz="2550" b="1">
                <a:solidFill>
                  <a:srgbClr val="0D223F"/>
                </a:solidFill>
                <a:latin typeface="Malgun Gothic"/>
                <a:ea typeface="Malgun Gothic"/>
                <a:cs typeface="Malgun Gothic"/>
              </a:defRPr>
            </a:lvl9pPr>
          </a:lstStyle>
          <a:p xmlns:a="http://schemas.openxmlformats.org/drawingml/2006/main">
            <a:pPr algn="l">
              <a:lnSpc>
                <a:spcPct val="115000"/>
              </a:lnSpc>
              <a:buNone/>
              <a:defRPr sz="2550" b="1">
                <a:solidFill>
                  <a:srgbClr val="0D223F"/>
                </a:solidFill>
                <a:latin typeface="Malgun Gothic"/>
                <a:ea typeface="Malgun Gothic"/>
                <a:cs typeface="Malgun Gothic"/>
              </a:defRPr>
            </a:pPr>
            <a:r>
              <a:rPr sz="2550" b="1">
                <a:solidFill>
                  <a:srgbClr val="0D223F"/>
                </a:solidFill>
                <a:latin typeface="Malgun Gothic"/>
                <a:ea typeface="Malgun Gothic"/>
                <a:cs typeface="Malgun Gothic"/>
              </a:rPr>
              <a:t>서로 다른 장비의 데이터를</a:t>
            </a:r>
          </a:p>
          <a:p xmlns:a="http://schemas.openxmlformats.org/drawingml/2006/main">
            <a:pPr algn="l">
              <a:lnSpc>
                <a:spcPct val="115000"/>
              </a:lnSpc>
              <a:buNone/>
              <a:defRPr sz="2550" b="1">
                <a:solidFill>
                  <a:srgbClr val="0D223F"/>
                </a:solidFill>
                <a:latin typeface="Malgun Gothic"/>
                <a:ea typeface="Malgun Gothic"/>
                <a:cs typeface="Malgun Gothic"/>
              </a:defRPr>
            </a:pPr>
            <a:r>
              <a:rPr sz="2550" b="1">
                <a:solidFill>
                  <a:srgbClr val="0D223F"/>
                </a:solidFill>
                <a:latin typeface="Malgun Gothic"/>
                <a:ea typeface="Malgun Gothic"/>
                <a:cs typeface="Malgun Gothic"/>
              </a:rPr>
              <a:t>응용 프로그램에 연결합니다</a:t>
            </a:r>
          </a:p>
        </p:txBody>
      </p:sp>
      <p:sp>
        <p:nvSpPr>
          <p:cNvPr id="6" name="직사각형 5">
            <a:extLst xmlns:a="http://schemas.openxmlformats.org/drawingml/2006/main">
              <a:ext uri="{FF2B5EF4-FFF2-40B4-BE49-F238E27FC236}">
                <a16:creationId xmlns:a16="http://schemas.microsoft.com/office/drawing/2014/main" id="{E8C29934-9A75-418A-9DF0-7CB639DF6264}"/>
              </a:ext>
            </a:extLst>
          </p:cNvPr>
          <p:cNvSpPr>
            <a:spLocks xmlns:a="http://schemas.openxmlformats.org/drawingml/2006/main" noGrp="1"/>
          </p:cNvSpPr>
          <p:nvPr/>
        </p:nvSpPr>
        <p:spPr>
          <a:xfrm xmlns:a="http://schemas.openxmlformats.org/drawingml/2006/main">
            <a:off x="609600" y="3714750"/>
            <a:ext cx="5143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F3248"/>
                </a:solidFill>
                <a:latin typeface="Malgun Gothic"/>
                <a:ea typeface="Malgun Gothic"/>
                <a:cs typeface="Malgun Gothic"/>
              </a:defRPr>
            </a:defPPr>
            <a:lvl1pPr algn="l">
              <a:defRPr sz="1950" b="0">
                <a:solidFill>
                  <a:srgbClr val="1F3248"/>
                </a:solidFill>
                <a:latin typeface="Malgun Gothic"/>
                <a:ea typeface="Malgun Gothic"/>
                <a:cs typeface="Malgun Gothic"/>
              </a:defRPr>
            </a:lvl1pPr>
            <a:lvl2pPr algn="l">
              <a:defRPr sz="1950" b="0">
                <a:solidFill>
                  <a:srgbClr val="1F3248"/>
                </a:solidFill>
                <a:latin typeface="Malgun Gothic"/>
                <a:ea typeface="Malgun Gothic"/>
                <a:cs typeface="Malgun Gothic"/>
              </a:defRPr>
            </a:lvl2pPr>
            <a:lvl3pPr algn="l">
              <a:defRPr sz="1950" b="0">
                <a:solidFill>
                  <a:srgbClr val="1F3248"/>
                </a:solidFill>
                <a:latin typeface="Malgun Gothic"/>
                <a:ea typeface="Malgun Gothic"/>
                <a:cs typeface="Malgun Gothic"/>
              </a:defRPr>
            </a:lvl3pPr>
            <a:lvl4pPr algn="l">
              <a:defRPr sz="1950" b="0">
                <a:solidFill>
                  <a:srgbClr val="1F3248"/>
                </a:solidFill>
                <a:latin typeface="Malgun Gothic"/>
                <a:ea typeface="Malgun Gothic"/>
                <a:cs typeface="Malgun Gothic"/>
              </a:defRPr>
            </a:lvl4pPr>
            <a:lvl5pPr algn="l">
              <a:defRPr sz="1950" b="0">
                <a:solidFill>
                  <a:srgbClr val="1F3248"/>
                </a:solidFill>
                <a:latin typeface="Malgun Gothic"/>
                <a:ea typeface="Malgun Gothic"/>
                <a:cs typeface="Malgun Gothic"/>
              </a:defRPr>
            </a:lvl5pPr>
            <a:lvl6pPr algn="l">
              <a:defRPr sz="1950" b="0">
                <a:solidFill>
                  <a:srgbClr val="1F3248"/>
                </a:solidFill>
                <a:latin typeface="Malgun Gothic"/>
                <a:ea typeface="Malgun Gothic"/>
                <a:cs typeface="Malgun Gothic"/>
              </a:defRPr>
            </a:lvl6pPr>
            <a:lvl7pPr algn="l">
              <a:defRPr sz="1950" b="0">
                <a:solidFill>
                  <a:srgbClr val="1F3248"/>
                </a:solidFill>
                <a:latin typeface="Malgun Gothic"/>
                <a:ea typeface="Malgun Gothic"/>
                <a:cs typeface="Malgun Gothic"/>
              </a:defRPr>
            </a:lvl7pPr>
            <a:lvl8pPr algn="l">
              <a:defRPr sz="1950" b="0">
                <a:solidFill>
                  <a:srgbClr val="1F3248"/>
                </a:solidFill>
                <a:latin typeface="Malgun Gothic"/>
                <a:ea typeface="Malgun Gothic"/>
                <a:cs typeface="Malgun Gothic"/>
              </a:defRPr>
            </a:lvl8pPr>
            <a:lvl9pPr algn="l">
              <a:defRPr sz="1950" b="0">
                <a:solidFill>
                  <a:srgbClr val="1F3248"/>
                </a:solidFill>
                <a:latin typeface="Malgun Gothic"/>
                <a:ea typeface="Malgun Gothic"/>
                <a:cs typeface="Malgun Gothic"/>
              </a:defRPr>
            </a:lvl9pPr>
          </a:lstStyle>
          <a:p xmlns:a="http://schemas.openxmlformats.org/drawingml/2006/main">
            <a:pPr algn="l">
              <a:lnSpc>
                <a:spcPct val="115000"/>
              </a:lnSpc>
              <a:buNone/>
              <a:defRPr sz="1950" b="0">
                <a:solidFill>
                  <a:srgbClr val="1F3248"/>
                </a:solidFill>
                <a:latin typeface="Malgun Gothic"/>
                <a:ea typeface="Malgun Gothic"/>
                <a:cs typeface="Malgun Gothic"/>
              </a:defRPr>
            </a:pPr>
            <a:r>
              <a:rPr sz="1950" b="0">
                <a:solidFill>
                  <a:srgbClr val="1F3248"/>
                </a:solidFill>
                <a:latin typeface="Malgun Gothic"/>
                <a:ea typeface="Malgun Gothic"/>
                <a:cs typeface="Malgun Gothic"/>
              </a:rPr>
              <a:t>PLC 통신과 공통 태그 데이터를 바탕으로</a:t>
            </a:r>
          </a:p>
          <a:p xmlns:a="http://schemas.openxmlformats.org/drawingml/2006/main">
            <a:pPr algn="l">
              <a:lnSpc>
                <a:spcPct val="115000"/>
              </a:lnSpc>
              <a:buNone/>
              <a:defRPr sz="1950" b="0">
                <a:solidFill>
                  <a:srgbClr val="1F3248"/>
                </a:solidFill>
                <a:latin typeface="Malgun Gothic"/>
                <a:ea typeface="Malgun Gothic"/>
                <a:cs typeface="Malgun Gothic"/>
              </a:defRPr>
            </a:pPr>
            <a:r>
              <a:rPr sz="1950" b="0">
                <a:solidFill>
                  <a:srgbClr val="1F3248"/>
                </a:solidFill>
                <a:latin typeface="Malgun Gothic"/>
                <a:ea typeface="Malgun Gothic"/>
                <a:cs typeface="Malgun Gothic"/>
              </a:rPr>
              <a:t>운영 화면과 맞춤형 시스템을 구성합니다.</a:t>
            </a:r>
          </a:p>
        </p:txBody>
      </p:sp>
      <p:sp>
        <p:nvSpPr>
          <p:cNvPr id="7" name="직사각형 6">
            <a:extLst xmlns:a="http://schemas.openxmlformats.org/drawingml/2006/main">
              <a:ext uri="{FF2B5EF4-FFF2-40B4-BE49-F238E27FC236}">
                <a16:creationId xmlns:a16="http://schemas.microsoft.com/office/drawing/2014/main" id="{025F2BCA-8E3F-4928-A3EC-E66439894B48}"/>
              </a:ext>
            </a:extLst>
          </p:cNvPr>
          <p:cNvSpPr>
            <a:spLocks xmlns:a="http://schemas.openxmlformats.org/drawingml/2006/main" noGrp="1"/>
          </p:cNvSpPr>
          <p:nvPr/>
        </p:nvSpPr>
        <p:spPr>
          <a:xfrm xmlns:a="http://schemas.openxmlformats.org/drawingml/2006/main">
            <a:off x="609600" y="4914900"/>
            <a:ext cx="52197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1748A"/>
                </a:solidFill>
                <a:latin typeface="Malgun Gothic"/>
                <a:ea typeface="Malgun Gothic"/>
                <a:cs typeface="Malgun Gothic"/>
              </a:defRPr>
            </a:defPPr>
            <a:lvl1pPr algn="l">
              <a:defRPr sz="1800" b="0">
                <a:solidFill>
                  <a:srgbClr val="61748A"/>
                </a:solidFill>
                <a:latin typeface="Malgun Gothic"/>
                <a:ea typeface="Malgun Gothic"/>
                <a:cs typeface="Malgun Gothic"/>
              </a:defRPr>
            </a:lvl1pPr>
            <a:lvl2pPr algn="l">
              <a:defRPr sz="1800" b="0">
                <a:solidFill>
                  <a:srgbClr val="61748A"/>
                </a:solidFill>
                <a:latin typeface="Malgun Gothic"/>
                <a:ea typeface="Malgun Gothic"/>
                <a:cs typeface="Malgun Gothic"/>
              </a:defRPr>
            </a:lvl2pPr>
            <a:lvl3pPr algn="l">
              <a:defRPr sz="1800" b="0">
                <a:solidFill>
                  <a:srgbClr val="61748A"/>
                </a:solidFill>
                <a:latin typeface="Malgun Gothic"/>
                <a:ea typeface="Malgun Gothic"/>
                <a:cs typeface="Malgun Gothic"/>
              </a:defRPr>
            </a:lvl3pPr>
            <a:lvl4pPr algn="l">
              <a:defRPr sz="1800" b="0">
                <a:solidFill>
                  <a:srgbClr val="61748A"/>
                </a:solidFill>
                <a:latin typeface="Malgun Gothic"/>
                <a:ea typeface="Malgun Gothic"/>
                <a:cs typeface="Malgun Gothic"/>
              </a:defRPr>
            </a:lvl4pPr>
            <a:lvl5pPr algn="l">
              <a:defRPr sz="1800" b="0">
                <a:solidFill>
                  <a:srgbClr val="61748A"/>
                </a:solidFill>
                <a:latin typeface="Malgun Gothic"/>
                <a:ea typeface="Malgun Gothic"/>
                <a:cs typeface="Malgun Gothic"/>
              </a:defRPr>
            </a:lvl5pPr>
            <a:lvl6pPr algn="l">
              <a:defRPr sz="1800" b="0">
                <a:solidFill>
                  <a:srgbClr val="61748A"/>
                </a:solidFill>
                <a:latin typeface="Malgun Gothic"/>
                <a:ea typeface="Malgun Gothic"/>
                <a:cs typeface="Malgun Gothic"/>
              </a:defRPr>
            </a:lvl6pPr>
            <a:lvl7pPr algn="l">
              <a:defRPr sz="1800" b="0">
                <a:solidFill>
                  <a:srgbClr val="61748A"/>
                </a:solidFill>
                <a:latin typeface="Malgun Gothic"/>
                <a:ea typeface="Malgun Gothic"/>
                <a:cs typeface="Malgun Gothic"/>
              </a:defRPr>
            </a:lvl7pPr>
            <a:lvl8pPr algn="l">
              <a:defRPr sz="1800" b="0">
                <a:solidFill>
                  <a:srgbClr val="61748A"/>
                </a:solidFill>
                <a:latin typeface="Malgun Gothic"/>
                <a:ea typeface="Malgun Gothic"/>
                <a:cs typeface="Malgun Gothic"/>
              </a:defRPr>
            </a:lvl8pPr>
            <a:lvl9pPr algn="l">
              <a:defRPr sz="1800" b="0">
                <a:solidFill>
                  <a:srgbClr val="61748A"/>
                </a:solidFill>
                <a:latin typeface="Malgun Gothic"/>
                <a:ea typeface="Malgun Gothic"/>
                <a:cs typeface="Malgun Gothic"/>
              </a:defRPr>
            </a:lvl9pPr>
          </a:lstStyle>
          <a:p xmlns:a="http://schemas.openxmlformats.org/drawingml/2006/main">
            <a:pPr algn="l">
              <a:lnSpc>
                <a:spcPct val="115000"/>
              </a:lnSpc>
              <a:buNone/>
              <a:defRPr sz="1800" b="0">
                <a:solidFill>
                  <a:srgbClr val="61748A"/>
                </a:solidFill>
                <a:latin typeface="Malgun Gothic"/>
                <a:ea typeface="Malgun Gothic"/>
                <a:cs typeface="Malgun Gothic"/>
              </a:defRPr>
            </a:pPr>
            <a:r>
              <a:rPr sz="1800" b="0">
                <a:solidFill>
                  <a:srgbClr val="61748A"/>
                </a:solidFill>
                <a:latin typeface="Malgun Gothic"/>
                <a:ea typeface="Malgun Gothic"/>
                <a:cs typeface="Malgun Gothic"/>
              </a:rPr>
              <a:t>가상 PLC로 통신을 시험하고, 운영 중에는</a:t>
            </a:r>
          </a:p>
          <a:p xmlns:a="http://schemas.openxmlformats.org/drawingml/2006/main">
            <a:pPr algn="l">
              <a:lnSpc>
                <a:spcPct val="115000"/>
              </a:lnSpc>
              <a:buNone/>
              <a:defRPr sz="1800" b="0">
                <a:solidFill>
                  <a:srgbClr val="61748A"/>
                </a:solidFill>
                <a:latin typeface="Malgun Gothic"/>
                <a:ea typeface="Malgun Gothic"/>
                <a:cs typeface="Malgun Gothic"/>
              </a:defRPr>
            </a:pPr>
            <a:r>
              <a:rPr sz="1800" b="0">
                <a:solidFill>
                  <a:srgbClr val="61748A"/>
                </a:solidFill>
                <a:latin typeface="Malgun Gothic"/>
                <a:ea typeface="Malgun Gothic"/>
                <a:cs typeface="Malgun Gothic"/>
              </a:rPr>
              <a:t>제품 상태와 문제 원인을 확인합니다.</a:t>
            </a:r>
          </a:p>
          <a:p xmlns:a="http://schemas.openxmlformats.org/drawingml/2006/main">
            <a:pPr algn="l">
              <a:lnSpc>
                <a:spcPct val="115000"/>
              </a:lnSpc>
              <a:buNone/>
              <a:defRPr sz="1800" b="0">
                <a:solidFill>
                  <a:srgbClr val="61748A"/>
                </a:solidFill>
                <a:latin typeface="Malgun Gothic"/>
                <a:ea typeface="Malgun Gothic"/>
                <a:cs typeface="Malgun Gothic"/>
              </a:defRPr>
            </a:pPr>
            <a:r>
              <a:rPr sz="1800" b="0">
                <a:solidFill>
                  <a:srgbClr val="61748A"/>
                </a:solidFill>
                <a:latin typeface="Malgun Gothic"/>
                <a:ea typeface="Malgun Gothic"/>
                <a:cs typeface="Malgun Gothic"/>
              </a:rPr>
              <a:t>현장에서는 모바일로 태그와 변화를 점검합니다.</a:t>
            </a:r>
          </a:p>
        </p:txBody>
      </p:sp>
      <p:pic>
        <p:nvPicPr>
          <p:cNvPr id="8" name="그림 7">
            <a:extLst xmlns:a="http://schemas.openxmlformats.org/drawingml/2006/main">
              <a:ext uri="{FF2B5EF4-FFF2-40B4-BE49-F238E27FC236}">
                <a16:creationId xmlns:a16="http://schemas.microsoft.com/office/drawing/2014/main" id="{8F66AD1C-BE70-40AA-B6D6-1695BC3C265A}"/>
              </a:ext>
            </a:extLst>
          </p:cNvPr>
          <p:cNvPicPr>
            <a:picLocks xmlns:a="http://schemas.openxmlformats.org/drawingml/2006/main" noChangeAspect="1"/>
          </p:cNvPicPr>
          <p:nvPr/>
        </p:nvPicPr>
        <p:blipFill>
          <a:blip xmlns:r="http://schemas.openxmlformats.org/officeDocument/2006/relationships" xmlns:a="http://schemas.openxmlformats.org/drawingml/2006/main" r:embed="Rca861e7466444693"/>
          <a:srcRect xmlns:a="http://schemas.openxmlformats.org/drawingml/2006/main" l="313" t="0" r="313" b="0"/>
          <a:stretch xmlns:a="http://schemas.openxmlformats.org/drawingml/2006/main">
            <a:fillRect l="0" t="0" r="0" b="0"/>
          </a:stretch>
        </p:blipFill>
        <p:spPr>
          <a:xfrm xmlns:a="http://schemas.openxmlformats.org/drawingml/2006/main">
            <a:off x="6286500" y="2333625"/>
            <a:ext cx="5295900" cy="3552825"/>
          </a:xfrm>
          <a:prstGeom xmlns:a="http://schemas.openxmlformats.org/drawingml/2006/main" prst="rect">
            <a:avLst/>
          </a:prstGeom>
        </p:spPr>
      </p:pic>
    </p:spTree>
    <p:extLst>
      <p:ext uri="{BB962C8B-B14F-4D97-AF65-F5344CB8AC3E}">
        <p14:creationId xmlns:p14="http://schemas.microsoft.com/office/powerpoint/2010/main" val="78681011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직사각형 16">
            <a:extLst xmlns:a="http://schemas.openxmlformats.org/drawingml/2006/main">
              <a:ext uri="{FF2B5EF4-FFF2-40B4-BE49-F238E27FC236}">
                <a16:creationId xmlns:a16="http://schemas.microsoft.com/office/drawing/2014/main" id="{5690F99C-1D37-4D21-8EF3-3E7C78E53F00}"/>
              </a:ext>
            </a:extLst>
          </p:cNvPr>
          <p:cNvSpPr>
            <a:spLocks xmlns:a="http://schemas.openxmlformats.org/drawingml/2006/main" noGrp="1"/>
          </p:cNvSpPr>
          <p:nvPr/>
        </p:nvSpPr>
        <p:spPr>
          <a:xfrm xmlns:a="http://schemas.openxmlformats.org/drawingml/2006/main">
            <a:off x="609600" y="5334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D223F"/>
                </a:solidFill>
                <a:latin typeface="Malgun Gothic"/>
                <a:ea typeface="Malgun Gothic"/>
                <a:cs typeface="Malgun Gothic"/>
              </a:defRPr>
            </a:defPPr>
            <a:lvl1pPr algn="l">
              <a:defRPr sz="3300" b="1">
                <a:solidFill>
                  <a:srgbClr val="0D223F"/>
                </a:solidFill>
                <a:latin typeface="Malgun Gothic"/>
                <a:ea typeface="Malgun Gothic"/>
                <a:cs typeface="Malgun Gothic"/>
              </a:defRPr>
            </a:lvl1pPr>
            <a:lvl2pPr algn="l">
              <a:defRPr sz="3300" b="1">
                <a:solidFill>
                  <a:srgbClr val="0D223F"/>
                </a:solidFill>
                <a:latin typeface="Malgun Gothic"/>
                <a:ea typeface="Malgun Gothic"/>
                <a:cs typeface="Malgun Gothic"/>
              </a:defRPr>
            </a:lvl2pPr>
            <a:lvl3pPr algn="l">
              <a:defRPr sz="3300" b="1">
                <a:solidFill>
                  <a:srgbClr val="0D223F"/>
                </a:solidFill>
                <a:latin typeface="Malgun Gothic"/>
                <a:ea typeface="Malgun Gothic"/>
                <a:cs typeface="Malgun Gothic"/>
              </a:defRPr>
            </a:lvl3pPr>
            <a:lvl4pPr algn="l">
              <a:defRPr sz="3300" b="1">
                <a:solidFill>
                  <a:srgbClr val="0D223F"/>
                </a:solidFill>
                <a:latin typeface="Malgun Gothic"/>
                <a:ea typeface="Malgun Gothic"/>
                <a:cs typeface="Malgun Gothic"/>
              </a:defRPr>
            </a:lvl4pPr>
            <a:lvl5pPr algn="l">
              <a:defRPr sz="3300" b="1">
                <a:solidFill>
                  <a:srgbClr val="0D223F"/>
                </a:solidFill>
                <a:latin typeface="Malgun Gothic"/>
                <a:ea typeface="Malgun Gothic"/>
                <a:cs typeface="Malgun Gothic"/>
              </a:defRPr>
            </a:lvl5pPr>
            <a:lvl6pPr algn="l">
              <a:defRPr sz="3300" b="1">
                <a:solidFill>
                  <a:srgbClr val="0D223F"/>
                </a:solidFill>
                <a:latin typeface="Malgun Gothic"/>
                <a:ea typeface="Malgun Gothic"/>
                <a:cs typeface="Malgun Gothic"/>
              </a:defRPr>
            </a:lvl6pPr>
            <a:lvl7pPr algn="l">
              <a:defRPr sz="3300" b="1">
                <a:solidFill>
                  <a:srgbClr val="0D223F"/>
                </a:solidFill>
                <a:latin typeface="Malgun Gothic"/>
                <a:ea typeface="Malgun Gothic"/>
                <a:cs typeface="Malgun Gothic"/>
              </a:defRPr>
            </a:lvl7pPr>
            <a:lvl8pPr algn="l">
              <a:defRPr sz="3300" b="1">
                <a:solidFill>
                  <a:srgbClr val="0D223F"/>
                </a:solidFill>
                <a:latin typeface="Malgun Gothic"/>
                <a:ea typeface="Malgun Gothic"/>
                <a:cs typeface="Malgun Gothic"/>
              </a:defRPr>
            </a:lvl8pPr>
            <a:lvl9pPr algn="l">
              <a:defRPr sz="3300" b="1">
                <a:solidFill>
                  <a:srgbClr val="0D223F"/>
                </a:solidFill>
                <a:latin typeface="Malgun Gothic"/>
                <a:ea typeface="Malgun Gothic"/>
                <a:cs typeface="Malgun Gothic"/>
              </a:defRPr>
            </a:lvl9pPr>
          </a:lstStyle>
          <a:p xmlns:a="http://schemas.openxmlformats.org/drawingml/2006/main">
            <a:pPr algn="l">
              <a:lnSpc>
                <a:spcPct val="115000"/>
              </a:lnSpc>
              <a:buNone/>
              <a:defRPr sz="3300" b="1">
                <a:solidFill>
                  <a:srgbClr val="0D223F"/>
                </a:solidFill>
                <a:latin typeface="Malgun Gothic"/>
                <a:ea typeface="Malgun Gothic"/>
                <a:cs typeface="Malgun Gothic"/>
              </a:defRPr>
            </a:pPr>
            <a:r>
              <a:rPr sz="3300" b="1">
                <a:solidFill>
                  <a:srgbClr val="0D223F"/>
                </a:solidFill>
                <a:latin typeface="Malgun Gothic"/>
                <a:ea typeface="Malgun Gothic"/>
                <a:cs typeface="Malgun Gothic"/>
              </a:rPr>
              <a:t>제품 구성</a:t>
            </a:r>
          </a:p>
        </p:txBody>
      </p:sp>
      <p:sp>
        <p:nvSpPr>
          <p:cNvPr id="2" name="직사각형 1">
            <a:extLst xmlns:a="http://schemas.openxmlformats.org/drawingml/2006/main">
              <a:ext uri="{FF2B5EF4-FFF2-40B4-BE49-F238E27FC236}">
                <a16:creationId xmlns:a16="http://schemas.microsoft.com/office/drawing/2014/main" id="{F2C098B3-B731-4850-9D73-B627F8D148C9}"/>
              </a:ext>
            </a:extLst>
          </p:cNvPr>
          <p:cNvSpPr>
            <a:spLocks xmlns:a="http://schemas.openxmlformats.org/drawingml/2006/main" noGrp="1"/>
          </p:cNvSpPr>
          <p:nvPr/>
        </p:nvSpPr>
        <p:spPr>
          <a:xfrm xmlns:a="http://schemas.openxmlformats.org/drawingml/2006/main">
            <a:off x="628650" y="1362075"/>
            <a:ext cx="10839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1748A"/>
                </a:solidFill>
                <a:latin typeface="Malgun Gothic"/>
                <a:ea typeface="Malgun Gothic"/>
                <a:cs typeface="Malgun Gothic"/>
              </a:defRPr>
            </a:defPPr>
            <a:lvl1pPr algn="l">
              <a:defRPr sz="1800" b="0">
                <a:solidFill>
                  <a:srgbClr val="61748A"/>
                </a:solidFill>
                <a:latin typeface="Malgun Gothic"/>
                <a:ea typeface="Malgun Gothic"/>
                <a:cs typeface="Malgun Gothic"/>
              </a:defRPr>
            </a:lvl1pPr>
            <a:lvl2pPr algn="l">
              <a:defRPr sz="1800" b="0">
                <a:solidFill>
                  <a:srgbClr val="61748A"/>
                </a:solidFill>
                <a:latin typeface="Malgun Gothic"/>
                <a:ea typeface="Malgun Gothic"/>
                <a:cs typeface="Malgun Gothic"/>
              </a:defRPr>
            </a:lvl2pPr>
            <a:lvl3pPr algn="l">
              <a:defRPr sz="1800" b="0">
                <a:solidFill>
                  <a:srgbClr val="61748A"/>
                </a:solidFill>
                <a:latin typeface="Malgun Gothic"/>
                <a:ea typeface="Malgun Gothic"/>
                <a:cs typeface="Malgun Gothic"/>
              </a:defRPr>
            </a:lvl3pPr>
            <a:lvl4pPr algn="l">
              <a:defRPr sz="1800" b="0">
                <a:solidFill>
                  <a:srgbClr val="61748A"/>
                </a:solidFill>
                <a:latin typeface="Malgun Gothic"/>
                <a:ea typeface="Malgun Gothic"/>
                <a:cs typeface="Malgun Gothic"/>
              </a:defRPr>
            </a:lvl4pPr>
            <a:lvl5pPr algn="l">
              <a:defRPr sz="1800" b="0">
                <a:solidFill>
                  <a:srgbClr val="61748A"/>
                </a:solidFill>
                <a:latin typeface="Malgun Gothic"/>
                <a:ea typeface="Malgun Gothic"/>
                <a:cs typeface="Malgun Gothic"/>
              </a:defRPr>
            </a:lvl5pPr>
            <a:lvl6pPr algn="l">
              <a:defRPr sz="1800" b="0">
                <a:solidFill>
                  <a:srgbClr val="61748A"/>
                </a:solidFill>
                <a:latin typeface="Malgun Gothic"/>
                <a:ea typeface="Malgun Gothic"/>
                <a:cs typeface="Malgun Gothic"/>
              </a:defRPr>
            </a:lvl6pPr>
            <a:lvl7pPr algn="l">
              <a:defRPr sz="1800" b="0">
                <a:solidFill>
                  <a:srgbClr val="61748A"/>
                </a:solidFill>
                <a:latin typeface="Malgun Gothic"/>
                <a:ea typeface="Malgun Gothic"/>
                <a:cs typeface="Malgun Gothic"/>
              </a:defRPr>
            </a:lvl7pPr>
            <a:lvl8pPr algn="l">
              <a:defRPr sz="1800" b="0">
                <a:solidFill>
                  <a:srgbClr val="61748A"/>
                </a:solidFill>
                <a:latin typeface="Malgun Gothic"/>
                <a:ea typeface="Malgun Gothic"/>
                <a:cs typeface="Malgun Gothic"/>
              </a:defRPr>
            </a:lvl8pPr>
            <a:lvl9pPr algn="l">
              <a:defRPr sz="1800" b="0">
                <a:solidFill>
                  <a:srgbClr val="61748A"/>
                </a:solidFill>
                <a:latin typeface="Malgun Gothic"/>
                <a:ea typeface="Malgun Gothic"/>
                <a:cs typeface="Malgun Gothic"/>
              </a:defRPr>
            </a:lvl9pPr>
          </a:lstStyle>
          <a:p xmlns:a="http://schemas.openxmlformats.org/drawingml/2006/main">
            <a:pPr algn="l">
              <a:lnSpc>
                <a:spcPct val="115000"/>
              </a:lnSpc>
              <a:buNone/>
              <a:defRPr sz="1800" b="0">
                <a:solidFill>
                  <a:srgbClr val="61748A"/>
                </a:solidFill>
                <a:latin typeface="Malgun Gothic"/>
                <a:ea typeface="Malgun Gothic"/>
                <a:cs typeface="Malgun Gothic"/>
              </a:defRPr>
            </a:pPr>
            <a:r>
              <a:rPr sz="1800" b="0">
                <a:solidFill>
                  <a:srgbClr val="61748A"/>
                </a:solidFill>
                <a:latin typeface="Malgun Gothic"/>
                <a:ea typeface="Malgun Gothic"/>
                <a:cs typeface="Malgun Gothic"/>
              </a:rPr>
              <a:t>제품별 역할을 구분하고 현장에 필요한 구성을 선택합니다</a:t>
            </a:r>
          </a:p>
        </p:txBody>
      </p:sp>
      <p:sp>
        <p:nvSpPr>
          <p:cNvPr id="3" name="직사각형 2">
            <a:extLst xmlns:a="http://schemas.openxmlformats.org/drawingml/2006/main">
              <a:ext uri="{FF2B5EF4-FFF2-40B4-BE49-F238E27FC236}">
                <a16:creationId xmlns:a16="http://schemas.microsoft.com/office/drawing/2014/main" id="{C59B66A6-758B-429C-A821-D97887F1129E}"/>
              </a:ext>
            </a:extLst>
          </p:cNvPr>
          <p:cNvSpPr>
            <a:spLocks xmlns:a="http://schemas.openxmlformats.org/drawingml/2006/main" noGrp="1"/>
          </p:cNvSpPr>
          <p:nvPr/>
        </p:nvSpPr>
        <p:spPr>
          <a:xfrm xmlns:a="http://schemas.openxmlformats.org/drawingml/2006/main">
            <a:off x="609600" y="6400800"/>
            <a:ext cx="333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JAYONSTUDIO</a:t>
            </a:r>
          </a:p>
        </p:txBody>
      </p:sp>
      <p:sp>
        <p:nvSpPr>
          <p:cNvPr id="4" name="직사각형 3">
            <a:extLst xmlns:a="http://schemas.openxmlformats.org/drawingml/2006/main">
              <a:ext uri="{FF2B5EF4-FFF2-40B4-BE49-F238E27FC236}">
                <a16:creationId xmlns:a16="http://schemas.microsoft.com/office/drawing/2014/main" id="{8B9C8CDE-5293-4B70-8E00-030619AB94C1}"/>
              </a:ext>
            </a:extLst>
          </p:cNvPr>
          <p:cNvSpPr>
            <a:spLocks xmlns:a="http://schemas.openxmlformats.org/drawingml/2006/main" noGrp="1"/>
          </p:cNvSpPr>
          <p:nvPr/>
        </p:nvSpPr>
        <p:spPr>
          <a:xfrm xmlns:a="http://schemas.openxmlformats.org/drawingml/2006/main">
            <a:off x="11029950" y="64008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03</a:t>
            </a:r>
          </a:p>
        </p:txBody>
      </p:sp>
      <p:sp>
        <p:nvSpPr>
          <p:cNvPr id="5" name="직사각형 4">
            <a:extLst xmlns:a="http://schemas.openxmlformats.org/drawingml/2006/main">
              <a:ext uri="{FF2B5EF4-FFF2-40B4-BE49-F238E27FC236}">
                <a16:creationId xmlns:a16="http://schemas.microsoft.com/office/drawing/2014/main" id="{F53B9983-417A-448E-98B5-C7580C2D7B1A}"/>
              </a:ext>
            </a:extLst>
          </p:cNvPr>
          <p:cNvSpPr>
            <a:spLocks xmlns:a="http://schemas.openxmlformats.org/drawingml/2006/main" noGrp="1"/>
          </p:cNvSpPr>
          <p:nvPr/>
        </p:nvSpPr>
        <p:spPr>
          <a:xfrm xmlns:a="http://schemas.openxmlformats.org/drawingml/2006/main">
            <a:off x="609600" y="2238375"/>
            <a:ext cx="323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85AC0"/>
                </a:solidFill>
                <a:latin typeface="Malgun Gothic"/>
                <a:ea typeface="Malgun Gothic"/>
                <a:cs typeface="Malgun Gothic"/>
              </a:defRPr>
            </a:defPPr>
            <a:lvl1pPr algn="l">
              <a:defRPr sz="2400" b="1">
                <a:solidFill>
                  <a:srgbClr val="185AC0"/>
                </a:solidFill>
                <a:latin typeface="Malgun Gothic"/>
                <a:ea typeface="Malgun Gothic"/>
                <a:cs typeface="Malgun Gothic"/>
              </a:defRPr>
            </a:lvl1pPr>
            <a:lvl2pPr algn="l">
              <a:defRPr sz="2400" b="1">
                <a:solidFill>
                  <a:srgbClr val="185AC0"/>
                </a:solidFill>
                <a:latin typeface="Malgun Gothic"/>
                <a:ea typeface="Malgun Gothic"/>
                <a:cs typeface="Malgun Gothic"/>
              </a:defRPr>
            </a:lvl2pPr>
            <a:lvl3pPr algn="l">
              <a:defRPr sz="2400" b="1">
                <a:solidFill>
                  <a:srgbClr val="185AC0"/>
                </a:solidFill>
                <a:latin typeface="Malgun Gothic"/>
                <a:ea typeface="Malgun Gothic"/>
                <a:cs typeface="Malgun Gothic"/>
              </a:defRPr>
            </a:lvl3pPr>
            <a:lvl4pPr algn="l">
              <a:defRPr sz="2400" b="1">
                <a:solidFill>
                  <a:srgbClr val="185AC0"/>
                </a:solidFill>
                <a:latin typeface="Malgun Gothic"/>
                <a:ea typeface="Malgun Gothic"/>
                <a:cs typeface="Malgun Gothic"/>
              </a:defRPr>
            </a:lvl4pPr>
            <a:lvl5pPr algn="l">
              <a:defRPr sz="2400" b="1">
                <a:solidFill>
                  <a:srgbClr val="185AC0"/>
                </a:solidFill>
                <a:latin typeface="Malgun Gothic"/>
                <a:ea typeface="Malgun Gothic"/>
                <a:cs typeface="Malgun Gothic"/>
              </a:defRPr>
            </a:lvl5pPr>
            <a:lvl6pPr algn="l">
              <a:defRPr sz="2400" b="1">
                <a:solidFill>
                  <a:srgbClr val="185AC0"/>
                </a:solidFill>
                <a:latin typeface="Malgun Gothic"/>
                <a:ea typeface="Malgun Gothic"/>
                <a:cs typeface="Malgun Gothic"/>
              </a:defRPr>
            </a:lvl6pPr>
            <a:lvl7pPr algn="l">
              <a:defRPr sz="2400" b="1">
                <a:solidFill>
                  <a:srgbClr val="185AC0"/>
                </a:solidFill>
                <a:latin typeface="Malgun Gothic"/>
                <a:ea typeface="Malgun Gothic"/>
                <a:cs typeface="Malgun Gothic"/>
              </a:defRPr>
            </a:lvl7pPr>
            <a:lvl8pPr algn="l">
              <a:defRPr sz="2400" b="1">
                <a:solidFill>
                  <a:srgbClr val="185AC0"/>
                </a:solidFill>
                <a:latin typeface="Malgun Gothic"/>
                <a:ea typeface="Malgun Gothic"/>
                <a:cs typeface="Malgun Gothic"/>
              </a:defRPr>
            </a:lvl8pPr>
            <a:lvl9pPr algn="l">
              <a:defRPr sz="2400" b="1">
                <a:solidFill>
                  <a:srgbClr val="185AC0"/>
                </a:solidFill>
                <a:latin typeface="Malgun Gothic"/>
                <a:ea typeface="Malgun Gothic"/>
                <a:cs typeface="Malgun Gothic"/>
              </a:defRPr>
            </a:lvl9pPr>
          </a:lstStyle>
          <a:p xmlns:a="http://schemas.openxmlformats.org/drawingml/2006/main">
            <a:pPr algn="l">
              <a:lnSpc>
                <a:spcPct val="115000"/>
              </a:lnSpc>
              <a:buNone/>
              <a:defRPr sz="2400" b="1">
                <a:solidFill>
                  <a:srgbClr val="185AC0"/>
                </a:solidFill>
                <a:latin typeface="Malgun Gothic"/>
                <a:ea typeface="Malgun Gothic"/>
                <a:cs typeface="Malgun Gothic"/>
              </a:defRPr>
            </a:pPr>
            <a:r>
              <a:rPr sz="2400" b="1">
                <a:solidFill>
                  <a:srgbClr val="185AC0"/>
                </a:solidFill>
                <a:latin typeface="Malgun Gothic"/>
                <a:ea typeface="Malgun Gothic"/>
                <a:cs typeface="Malgun Gothic"/>
              </a:rPr>
              <a:t/>
            </a:r>
          </a:p>
        </p:txBody>
      </p:sp>
      <p:sp>
        <p:nvSpPr>
          <p:cNvPr id="6" name="직사각형 5">
            <a:extLst xmlns:a="http://schemas.openxmlformats.org/drawingml/2006/main">
              <a:ext uri="{FF2B5EF4-FFF2-40B4-BE49-F238E27FC236}">
                <a16:creationId xmlns:a16="http://schemas.microsoft.com/office/drawing/2014/main" id="{A001D95C-CA9D-42C7-99AC-68A2CBC59971}"/>
              </a:ext>
            </a:extLst>
          </p:cNvPr>
          <p:cNvSpPr>
            <a:spLocks xmlns:a="http://schemas.openxmlformats.org/drawingml/2006/main" noGrp="1"/>
          </p:cNvSpPr>
          <p:nvPr/>
        </p:nvSpPr>
        <p:spPr>
          <a:xfrm xmlns:a="http://schemas.openxmlformats.org/drawingml/2006/main">
            <a:off x="4114800" y="2238375"/>
            <a:ext cx="704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0D223F"/>
                </a:solidFill>
                <a:latin typeface="Malgun Gothic"/>
                <a:ea typeface="Malgun Gothic"/>
                <a:cs typeface="Malgun Gothic"/>
              </a:defRPr>
            </a:defPPr>
            <a:lvl1pPr algn="l">
              <a:defRPr sz="1950" b="1">
                <a:solidFill>
                  <a:srgbClr val="0D223F"/>
                </a:solidFill>
                <a:latin typeface="Malgun Gothic"/>
                <a:ea typeface="Malgun Gothic"/>
                <a:cs typeface="Malgun Gothic"/>
              </a:defRPr>
            </a:lvl1pPr>
            <a:lvl2pPr algn="l">
              <a:defRPr sz="1950" b="1">
                <a:solidFill>
                  <a:srgbClr val="0D223F"/>
                </a:solidFill>
                <a:latin typeface="Malgun Gothic"/>
                <a:ea typeface="Malgun Gothic"/>
                <a:cs typeface="Malgun Gothic"/>
              </a:defRPr>
            </a:lvl2pPr>
            <a:lvl3pPr algn="l">
              <a:defRPr sz="1950" b="1">
                <a:solidFill>
                  <a:srgbClr val="0D223F"/>
                </a:solidFill>
                <a:latin typeface="Malgun Gothic"/>
                <a:ea typeface="Malgun Gothic"/>
                <a:cs typeface="Malgun Gothic"/>
              </a:defRPr>
            </a:lvl3pPr>
            <a:lvl4pPr algn="l">
              <a:defRPr sz="1950" b="1">
                <a:solidFill>
                  <a:srgbClr val="0D223F"/>
                </a:solidFill>
                <a:latin typeface="Malgun Gothic"/>
                <a:ea typeface="Malgun Gothic"/>
                <a:cs typeface="Malgun Gothic"/>
              </a:defRPr>
            </a:lvl4pPr>
            <a:lvl5pPr algn="l">
              <a:defRPr sz="1950" b="1">
                <a:solidFill>
                  <a:srgbClr val="0D223F"/>
                </a:solidFill>
                <a:latin typeface="Malgun Gothic"/>
                <a:ea typeface="Malgun Gothic"/>
                <a:cs typeface="Malgun Gothic"/>
              </a:defRPr>
            </a:lvl5pPr>
            <a:lvl6pPr algn="l">
              <a:defRPr sz="1950" b="1">
                <a:solidFill>
                  <a:srgbClr val="0D223F"/>
                </a:solidFill>
                <a:latin typeface="Malgun Gothic"/>
                <a:ea typeface="Malgun Gothic"/>
                <a:cs typeface="Malgun Gothic"/>
              </a:defRPr>
            </a:lvl6pPr>
            <a:lvl7pPr algn="l">
              <a:defRPr sz="1950" b="1">
                <a:solidFill>
                  <a:srgbClr val="0D223F"/>
                </a:solidFill>
                <a:latin typeface="Malgun Gothic"/>
                <a:ea typeface="Malgun Gothic"/>
                <a:cs typeface="Malgun Gothic"/>
              </a:defRPr>
            </a:lvl7pPr>
            <a:lvl8pPr algn="l">
              <a:defRPr sz="1950" b="1">
                <a:solidFill>
                  <a:srgbClr val="0D223F"/>
                </a:solidFill>
                <a:latin typeface="Malgun Gothic"/>
                <a:ea typeface="Malgun Gothic"/>
                <a:cs typeface="Malgun Gothic"/>
              </a:defRPr>
            </a:lvl8pPr>
            <a:lvl9pPr algn="l">
              <a:defRPr sz="1950" b="1">
                <a:solidFill>
                  <a:srgbClr val="0D223F"/>
                </a:solidFill>
                <a:latin typeface="Malgun Gothic"/>
                <a:ea typeface="Malgun Gothic"/>
                <a:cs typeface="Malgun Gothic"/>
              </a:defRPr>
            </a:lvl9pPr>
          </a:lstStyle>
          <a:p xmlns:a="http://schemas.openxmlformats.org/drawingml/2006/main">
            <a:pPr algn="l">
              <a:lnSpc>
                <a:spcPct val="115000"/>
              </a:lnSpc>
              <a:buNone/>
              <a:defRPr sz="1950" b="1">
                <a:solidFill>
                  <a:srgbClr val="0D223F"/>
                </a:solidFill>
                <a:latin typeface="Malgun Gothic"/>
                <a:ea typeface="Malgun Gothic"/>
                <a:cs typeface="Malgun Gothic"/>
              </a:defRPr>
            </a:pPr>
            <a:r>
              <a:rPr sz="1950" b="1">
                <a:solidFill>
                  <a:srgbClr val="0D223F"/>
                </a:solidFill>
                <a:latin typeface="Malgun Gothic"/>
                <a:ea typeface="Malgun Gothic"/>
                <a:cs typeface="Malgun Gothic"/>
              </a:rPr>
              <a:t/>
            </a:r>
          </a:p>
        </p:txBody>
      </p:sp>
      <p:sp>
        <p:nvSpPr>
          <p:cNvPr id="7" name="직사각형 6">
            <a:extLst xmlns:a="http://schemas.openxmlformats.org/drawingml/2006/main">
              <a:ext uri="{FF2B5EF4-FFF2-40B4-BE49-F238E27FC236}">
                <a16:creationId xmlns:a16="http://schemas.microsoft.com/office/drawing/2014/main" id="{143B3915-AA95-44A4-BF5F-413025425A10}"/>
              </a:ext>
            </a:extLst>
          </p:cNvPr>
          <p:cNvSpPr>
            <a:spLocks xmlns:a="http://schemas.openxmlformats.org/drawingml/2006/main" noGrp="1"/>
          </p:cNvSpPr>
          <p:nvPr/>
        </p:nvSpPr>
        <p:spPr>
          <a:xfrm xmlns:a="http://schemas.openxmlformats.org/drawingml/2006/main">
            <a:off x="4114800" y="2667000"/>
            <a:ext cx="708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1748A"/>
                </a:solidFill>
                <a:latin typeface="Malgun Gothic"/>
                <a:ea typeface="Malgun Gothic"/>
                <a:cs typeface="Malgun Gothic"/>
              </a:defRPr>
            </a:defPPr>
            <a:lvl1pPr algn="l">
              <a:defRPr sz="1725" b="0">
                <a:solidFill>
                  <a:srgbClr val="61748A"/>
                </a:solidFill>
                <a:latin typeface="Malgun Gothic"/>
                <a:ea typeface="Malgun Gothic"/>
                <a:cs typeface="Malgun Gothic"/>
              </a:defRPr>
            </a:lvl1pPr>
            <a:lvl2pPr algn="l">
              <a:defRPr sz="1725" b="0">
                <a:solidFill>
                  <a:srgbClr val="61748A"/>
                </a:solidFill>
                <a:latin typeface="Malgun Gothic"/>
                <a:ea typeface="Malgun Gothic"/>
                <a:cs typeface="Malgun Gothic"/>
              </a:defRPr>
            </a:lvl2pPr>
            <a:lvl3pPr algn="l">
              <a:defRPr sz="1725" b="0">
                <a:solidFill>
                  <a:srgbClr val="61748A"/>
                </a:solidFill>
                <a:latin typeface="Malgun Gothic"/>
                <a:ea typeface="Malgun Gothic"/>
                <a:cs typeface="Malgun Gothic"/>
              </a:defRPr>
            </a:lvl3pPr>
            <a:lvl4pPr algn="l">
              <a:defRPr sz="1725" b="0">
                <a:solidFill>
                  <a:srgbClr val="61748A"/>
                </a:solidFill>
                <a:latin typeface="Malgun Gothic"/>
                <a:ea typeface="Malgun Gothic"/>
                <a:cs typeface="Malgun Gothic"/>
              </a:defRPr>
            </a:lvl4pPr>
            <a:lvl5pPr algn="l">
              <a:defRPr sz="1725" b="0">
                <a:solidFill>
                  <a:srgbClr val="61748A"/>
                </a:solidFill>
                <a:latin typeface="Malgun Gothic"/>
                <a:ea typeface="Malgun Gothic"/>
                <a:cs typeface="Malgun Gothic"/>
              </a:defRPr>
            </a:lvl5pPr>
            <a:lvl6pPr algn="l">
              <a:defRPr sz="1725" b="0">
                <a:solidFill>
                  <a:srgbClr val="61748A"/>
                </a:solidFill>
                <a:latin typeface="Malgun Gothic"/>
                <a:ea typeface="Malgun Gothic"/>
                <a:cs typeface="Malgun Gothic"/>
              </a:defRPr>
            </a:lvl6pPr>
            <a:lvl7pPr algn="l">
              <a:defRPr sz="1725" b="0">
                <a:solidFill>
                  <a:srgbClr val="61748A"/>
                </a:solidFill>
                <a:latin typeface="Malgun Gothic"/>
                <a:ea typeface="Malgun Gothic"/>
                <a:cs typeface="Malgun Gothic"/>
              </a:defRPr>
            </a:lvl7pPr>
            <a:lvl8pPr algn="l">
              <a:defRPr sz="1725" b="0">
                <a:solidFill>
                  <a:srgbClr val="61748A"/>
                </a:solidFill>
                <a:latin typeface="Malgun Gothic"/>
                <a:ea typeface="Malgun Gothic"/>
                <a:cs typeface="Malgun Gothic"/>
              </a:defRPr>
            </a:lvl8pPr>
            <a:lvl9pPr algn="l">
              <a:defRPr sz="1725" b="0">
                <a:solidFill>
                  <a:srgbClr val="61748A"/>
                </a:solidFill>
                <a:latin typeface="Malgun Gothic"/>
                <a:ea typeface="Malgun Gothic"/>
                <a:cs typeface="Malgun Gothic"/>
              </a:defRPr>
            </a:lvl9pPr>
          </a:lstStyle>
          <a:p xmlns:a="http://schemas.openxmlformats.org/drawingml/2006/main">
            <a:pPr algn="l">
              <a:lnSpc>
                <a:spcPct val="115000"/>
              </a:lnSpc>
              <a:buNone/>
              <a:defRPr sz="1725" b="0">
                <a:solidFill>
                  <a:srgbClr val="61748A"/>
                </a:solidFill>
                <a:latin typeface="Malgun Gothic"/>
                <a:ea typeface="Malgun Gothic"/>
                <a:cs typeface="Malgun Gothic"/>
              </a:defRPr>
            </a:pPr>
            <a:r>
              <a:rPr sz="1725" b="0">
                <a:solidFill>
                  <a:srgbClr val="61748A"/>
                </a:solidFill>
                <a:latin typeface="Malgun Gothic"/>
                <a:ea typeface="Malgun Gothic"/>
                <a:cs typeface="Malgun Gothic"/>
              </a:rPr>
              <a:t/>
            </a:r>
          </a:p>
        </p:txBody>
      </p:sp>
      <p:sp>
        <p:nvSpPr>
          <p:cNvPr id="8" name="직사각형 7">
            <a:extLst xmlns:a="http://schemas.openxmlformats.org/drawingml/2006/main">
              <a:ext uri="{FF2B5EF4-FFF2-40B4-BE49-F238E27FC236}">
                <a16:creationId xmlns:a16="http://schemas.microsoft.com/office/drawing/2014/main" id="{C0734222-C1CA-4511-BAFC-F47C02BE67C5}"/>
              </a:ext>
            </a:extLst>
          </p:cNvPr>
          <p:cNvSpPr>
            <a:spLocks xmlns:a="http://schemas.openxmlformats.org/drawingml/2006/main" noGrp="1"/>
          </p:cNvSpPr>
          <p:nvPr/>
        </p:nvSpPr>
        <p:spPr>
          <a:xfrm xmlns:a="http://schemas.openxmlformats.org/drawingml/2006/main">
            <a:off x="609600" y="3190875"/>
            <a:ext cx="323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85AC0"/>
                </a:solidFill>
                <a:latin typeface="Malgun Gothic"/>
                <a:ea typeface="Malgun Gothic"/>
                <a:cs typeface="Malgun Gothic"/>
              </a:defRPr>
            </a:defPPr>
            <a:lvl1pPr algn="l">
              <a:defRPr sz="2400" b="1">
                <a:solidFill>
                  <a:srgbClr val="185AC0"/>
                </a:solidFill>
                <a:latin typeface="Malgun Gothic"/>
                <a:ea typeface="Malgun Gothic"/>
                <a:cs typeface="Malgun Gothic"/>
              </a:defRPr>
            </a:lvl1pPr>
            <a:lvl2pPr algn="l">
              <a:defRPr sz="2400" b="1">
                <a:solidFill>
                  <a:srgbClr val="185AC0"/>
                </a:solidFill>
                <a:latin typeface="Malgun Gothic"/>
                <a:ea typeface="Malgun Gothic"/>
                <a:cs typeface="Malgun Gothic"/>
              </a:defRPr>
            </a:lvl2pPr>
            <a:lvl3pPr algn="l">
              <a:defRPr sz="2400" b="1">
                <a:solidFill>
                  <a:srgbClr val="185AC0"/>
                </a:solidFill>
                <a:latin typeface="Malgun Gothic"/>
                <a:ea typeface="Malgun Gothic"/>
                <a:cs typeface="Malgun Gothic"/>
              </a:defRPr>
            </a:lvl3pPr>
            <a:lvl4pPr algn="l">
              <a:defRPr sz="2400" b="1">
                <a:solidFill>
                  <a:srgbClr val="185AC0"/>
                </a:solidFill>
                <a:latin typeface="Malgun Gothic"/>
                <a:ea typeface="Malgun Gothic"/>
                <a:cs typeface="Malgun Gothic"/>
              </a:defRPr>
            </a:lvl4pPr>
            <a:lvl5pPr algn="l">
              <a:defRPr sz="2400" b="1">
                <a:solidFill>
                  <a:srgbClr val="185AC0"/>
                </a:solidFill>
                <a:latin typeface="Malgun Gothic"/>
                <a:ea typeface="Malgun Gothic"/>
                <a:cs typeface="Malgun Gothic"/>
              </a:defRPr>
            </a:lvl5pPr>
            <a:lvl6pPr algn="l">
              <a:defRPr sz="2400" b="1">
                <a:solidFill>
                  <a:srgbClr val="185AC0"/>
                </a:solidFill>
                <a:latin typeface="Malgun Gothic"/>
                <a:ea typeface="Malgun Gothic"/>
                <a:cs typeface="Malgun Gothic"/>
              </a:defRPr>
            </a:lvl6pPr>
            <a:lvl7pPr algn="l">
              <a:defRPr sz="2400" b="1">
                <a:solidFill>
                  <a:srgbClr val="185AC0"/>
                </a:solidFill>
                <a:latin typeface="Malgun Gothic"/>
                <a:ea typeface="Malgun Gothic"/>
                <a:cs typeface="Malgun Gothic"/>
              </a:defRPr>
            </a:lvl7pPr>
            <a:lvl8pPr algn="l">
              <a:defRPr sz="2400" b="1">
                <a:solidFill>
                  <a:srgbClr val="185AC0"/>
                </a:solidFill>
                <a:latin typeface="Malgun Gothic"/>
                <a:ea typeface="Malgun Gothic"/>
                <a:cs typeface="Malgun Gothic"/>
              </a:defRPr>
            </a:lvl8pPr>
            <a:lvl9pPr algn="l">
              <a:defRPr sz="2400" b="1">
                <a:solidFill>
                  <a:srgbClr val="185AC0"/>
                </a:solidFill>
                <a:latin typeface="Malgun Gothic"/>
                <a:ea typeface="Malgun Gothic"/>
                <a:cs typeface="Malgun Gothic"/>
              </a:defRPr>
            </a:lvl9pPr>
          </a:lstStyle>
          <a:p xmlns:a="http://schemas.openxmlformats.org/drawingml/2006/main">
            <a:pPr algn="l">
              <a:lnSpc>
                <a:spcPct val="115000"/>
              </a:lnSpc>
              <a:buNone/>
              <a:defRPr sz="2400" b="1">
                <a:solidFill>
                  <a:srgbClr val="185AC0"/>
                </a:solidFill>
                <a:latin typeface="Malgun Gothic"/>
                <a:ea typeface="Malgun Gothic"/>
                <a:cs typeface="Malgun Gothic"/>
              </a:defRPr>
            </a:pPr>
            <a:r>
              <a:rPr sz="2400" b="1">
                <a:solidFill>
                  <a:srgbClr val="185AC0"/>
                </a:solidFill>
                <a:latin typeface="Malgun Gothic"/>
                <a:ea typeface="Malgun Gothic"/>
                <a:cs typeface="Malgun Gothic"/>
              </a:rPr>
              <a:t/>
            </a:r>
          </a:p>
        </p:txBody>
      </p:sp>
      <p:sp>
        <p:nvSpPr>
          <p:cNvPr id="9" name="직사각형 8">
            <a:extLst xmlns:a="http://schemas.openxmlformats.org/drawingml/2006/main">
              <a:ext uri="{FF2B5EF4-FFF2-40B4-BE49-F238E27FC236}">
                <a16:creationId xmlns:a16="http://schemas.microsoft.com/office/drawing/2014/main" id="{317C6A36-3788-448A-86AC-3297CA582780}"/>
              </a:ext>
            </a:extLst>
          </p:cNvPr>
          <p:cNvSpPr>
            <a:spLocks xmlns:a="http://schemas.openxmlformats.org/drawingml/2006/main" noGrp="1"/>
          </p:cNvSpPr>
          <p:nvPr/>
        </p:nvSpPr>
        <p:spPr>
          <a:xfrm xmlns:a="http://schemas.openxmlformats.org/drawingml/2006/main">
            <a:off x="4114800" y="3190875"/>
            <a:ext cx="704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0D223F"/>
                </a:solidFill>
                <a:latin typeface="Malgun Gothic"/>
                <a:ea typeface="Malgun Gothic"/>
                <a:cs typeface="Malgun Gothic"/>
              </a:defRPr>
            </a:defPPr>
            <a:lvl1pPr algn="l">
              <a:defRPr sz="1950" b="1">
                <a:solidFill>
                  <a:srgbClr val="0D223F"/>
                </a:solidFill>
                <a:latin typeface="Malgun Gothic"/>
                <a:ea typeface="Malgun Gothic"/>
                <a:cs typeface="Malgun Gothic"/>
              </a:defRPr>
            </a:lvl1pPr>
            <a:lvl2pPr algn="l">
              <a:defRPr sz="1950" b="1">
                <a:solidFill>
                  <a:srgbClr val="0D223F"/>
                </a:solidFill>
                <a:latin typeface="Malgun Gothic"/>
                <a:ea typeface="Malgun Gothic"/>
                <a:cs typeface="Malgun Gothic"/>
              </a:defRPr>
            </a:lvl2pPr>
            <a:lvl3pPr algn="l">
              <a:defRPr sz="1950" b="1">
                <a:solidFill>
                  <a:srgbClr val="0D223F"/>
                </a:solidFill>
                <a:latin typeface="Malgun Gothic"/>
                <a:ea typeface="Malgun Gothic"/>
                <a:cs typeface="Malgun Gothic"/>
              </a:defRPr>
            </a:lvl3pPr>
            <a:lvl4pPr algn="l">
              <a:defRPr sz="1950" b="1">
                <a:solidFill>
                  <a:srgbClr val="0D223F"/>
                </a:solidFill>
                <a:latin typeface="Malgun Gothic"/>
                <a:ea typeface="Malgun Gothic"/>
                <a:cs typeface="Malgun Gothic"/>
              </a:defRPr>
            </a:lvl4pPr>
            <a:lvl5pPr algn="l">
              <a:defRPr sz="1950" b="1">
                <a:solidFill>
                  <a:srgbClr val="0D223F"/>
                </a:solidFill>
                <a:latin typeface="Malgun Gothic"/>
                <a:ea typeface="Malgun Gothic"/>
                <a:cs typeface="Malgun Gothic"/>
              </a:defRPr>
            </a:lvl5pPr>
            <a:lvl6pPr algn="l">
              <a:defRPr sz="1950" b="1">
                <a:solidFill>
                  <a:srgbClr val="0D223F"/>
                </a:solidFill>
                <a:latin typeface="Malgun Gothic"/>
                <a:ea typeface="Malgun Gothic"/>
                <a:cs typeface="Malgun Gothic"/>
              </a:defRPr>
            </a:lvl6pPr>
            <a:lvl7pPr algn="l">
              <a:defRPr sz="1950" b="1">
                <a:solidFill>
                  <a:srgbClr val="0D223F"/>
                </a:solidFill>
                <a:latin typeface="Malgun Gothic"/>
                <a:ea typeface="Malgun Gothic"/>
                <a:cs typeface="Malgun Gothic"/>
              </a:defRPr>
            </a:lvl7pPr>
            <a:lvl8pPr algn="l">
              <a:defRPr sz="1950" b="1">
                <a:solidFill>
                  <a:srgbClr val="0D223F"/>
                </a:solidFill>
                <a:latin typeface="Malgun Gothic"/>
                <a:ea typeface="Malgun Gothic"/>
                <a:cs typeface="Malgun Gothic"/>
              </a:defRPr>
            </a:lvl8pPr>
            <a:lvl9pPr algn="l">
              <a:defRPr sz="1950" b="1">
                <a:solidFill>
                  <a:srgbClr val="0D223F"/>
                </a:solidFill>
                <a:latin typeface="Malgun Gothic"/>
                <a:ea typeface="Malgun Gothic"/>
                <a:cs typeface="Malgun Gothic"/>
              </a:defRPr>
            </a:lvl9pPr>
          </a:lstStyle>
          <a:p xmlns:a="http://schemas.openxmlformats.org/drawingml/2006/main">
            <a:pPr algn="l">
              <a:lnSpc>
                <a:spcPct val="115000"/>
              </a:lnSpc>
              <a:buNone/>
              <a:defRPr sz="1950" b="1">
                <a:solidFill>
                  <a:srgbClr val="0D223F"/>
                </a:solidFill>
                <a:latin typeface="Malgun Gothic"/>
                <a:ea typeface="Malgun Gothic"/>
                <a:cs typeface="Malgun Gothic"/>
              </a:defRPr>
            </a:pPr>
            <a:r>
              <a:rPr sz="1950" b="1">
                <a:solidFill>
                  <a:srgbClr val="0D223F"/>
                </a:solidFill>
                <a:latin typeface="Malgun Gothic"/>
                <a:ea typeface="Malgun Gothic"/>
                <a:cs typeface="Malgun Gothic"/>
              </a:rPr>
              <a:t/>
            </a:r>
          </a:p>
        </p:txBody>
      </p:sp>
      <p:sp>
        <p:nvSpPr>
          <p:cNvPr id="10" name="직사각형 9">
            <a:extLst xmlns:a="http://schemas.openxmlformats.org/drawingml/2006/main">
              <a:ext uri="{FF2B5EF4-FFF2-40B4-BE49-F238E27FC236}">
                <a16:creationId xmlns:a16="http://schemas.microsoft.com/office/drawing/2014/main" id="{E25271D9-483F-40C9-9B57-BBBFA7E0B77F}"/>
              </a:ext>
            </a:extLst>
          </p:cNvPr>
          <p:cNvSpPr>
            <a:spLocks xmlns:a="http://schemas.openxmlformats.org/drawingml/2006/main" noGrp="1"/>
          </p:cNvSpPr>
          <p:nvPr/>
        </p:nvSpPr>
        <p:spPr>
          <a:xfrm xmlns:a="http://schemas.openxmlformats.org/drawingml/2006/main">
            <a:off x="4114800" y="3619500"/>
            <a:ext cx="708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1748A"/>
                </a:solidFill>
                <a:latin typeface="Malgun Gothic"/>
                <a:ea typeface="Malgun Gothic"/>
                <a:cs typeface="Malgun Gothic"/>
              </a:defRPr>
            </a:defPPr>
            <a:lvl1pPr algn="l">
              <a:defRPr sz="1725" b="0">
                <a:solidFill>
                  <a:srgbClr val="61748A"/>
                </a:solidFill>
                <a:latin typeface="Malgun Gothic"/>
                <a:ea typeface="Malgun Gothic"/>
                <a:cs typeface="Malgun Gothic"/>
              </a:defRPr>
            </a:lvl1pPr>
            <a:lvl2pPr algn="l">
              <a:defRPr sz="1725" b="0">
                <a:solidFill>
                  <a:srgbClr val="61748A"/>
                </a:solidFill>
                <a:latin typeface="Malgun Gothic"/>
                <a:ea typeface="Malgun Gothic"/>
                <a:cs typeface="Malgun Gothic"/>
              </a:defRPr>
            </a:lvl2pPr>
            <a:lvl3pPr algn="l">
              <a:defRPr sz="1725" b="0">
                <a:solidFill>
                  <a:srgbClr val="61748A"/>
                </a:solidFill>
                <a:latin typeface="Malgun Gothic"/>
                <a:ea typeface="Malgun Gothic"/>
                <a:cs typeface="Malgun Gothic"/>
              </a:defRPr>
            </a:lvl3pPr>
            <a:lvl4pPr algn="l">
              <a:defRPr sz="1725" b="0">
                <a:solidFill>
                  <a:srgbClr val="61748A"/>
                </a:solidFill>
                <a:latin typeface="Malgun Gothic"/>
                <a:ea typeface="Malgun Gothic"/>
                <a:cs typeface="Malgun Gothic"/>
              </a:defRPr>
            </a:lvl4pPr>
            <a:lvl5pPr algn="l">
              <a:defRPr sz="1725" b="0">
                <a:solidFill>
                  <a:srgbClr val="61748A"/>
                </a:solidFill>
                <a:latin typeface="Malgun Gothic"/>
                <a:ea typeface="Malgun Gothic"/>
                <a:cs typeface="Malgun Gothic"/>
              </a:defRPr>
            </a:lvl5pPr>
            <a:lvl6pPr algn="l">
              <a:defRPr sz="1725" b="0">
                <a:solidFill>
                  <a:srgbClr val="61748A"/>
                </a:solidFill>
                <a:latin typeface="Malgun Gothic"/>
                <a:ea typeface="Malgun Gothic"/>
                <a:cs typeface="Malgun Gothic"/>
              </a:defRPr>
            </a:lvl6pPr>
            <a:lvl7pPr algn="l">
              <a:defRPr sz="1725" b="0">
                <a:solidFill>
                  <a:srgbClr val="61748A"/>
                </a:solidFill>
                <a:latin typeface="Malgun Gothic"/>
                <a:ea typeface="Malgun Gothic"/>
                <a:cs typeface="Malgun Gothic"/>
              </a:defRPr>
            </a:lvl7pPr>
            <a:lvl8pPr algn="l">
              <a:defRPr sz="1725" b="0">
                <a:solidFill>
                  <a:srgbClr val="61748A"/>
                </a:solidFill>
                <a:latin typeface="Malgun Gothic"/>
                <a:ea typeface="Malgun Gothic"/>
                <a:cs typeface="Malgun Gothic"/>
              </a:defRPr>
            </a:lvl8pPr>
            <a:lvl9pPr algn="l">
              <a:defRPr sz="1725" b="0">
                <a:solidFill>
                  <a:srgbClr val="61748A"/>
                </a:solidFill>
                <a:latin typeface="Malgun Gothic"/>
                <a:ea typeface="Malgun Gothic"/>
                <a:cs typeface="Malgun Gothic"/>
              </a:defRPr>
            </a:lvl9pPr>
          </a:lstStyle>
          <a:p xmlns:a="http://schemas.openxmlformats.org/drawingml/2006/main">
            <a:pPr algn="l">
              <a:lnSpc>
                <a:spcPct val="115000"/>
              </a:lnSpc>
              <a:buNone/>
              <a:defRPr sz="1725" b="0">
                <a:solidFill>
                  <a:srgbClr val="61748A"/>
                </a:solidFill>
                <a:latin typeface="Malgun Gothic"/>
                <a:ea typeface="Malgun Gothic"/>
                <a:cs typeface="Malgun Gothic"/>
              </a:defRPr>
            </a:pPr>
            <a:r>
              <a:rPr sz="1725" b="0">
                <a:solidFill>
                  <a:srgbClr val="61748A"/>
                </a:solidFill>
                <a:latin typeface="Malgun Gothic"/>
                <a:ea typeface="Malgun Gothic"/>
                <a:cs typeface="Malgun Gothic"/>
              </a:rPr>
              <a:t/>
            </a:r>
          </a:p>
        </p:txBody>
      </p:sp>
      <p:sp>
        <p:nvSpPr>
          <p:cNvPr id="11" name="직사각형 10">
            <a:extLst xmlns:a="http://schemas.openxmlformats.org/drawingml/2006/main">
              <a:ext uri="{FF2B5EF4-FFF2-40B4-BE49-F238E27FC236}">
                <a16:creationId xmlns:a16="http://schemas.microsoft.com/office/drawing/2014/main" id="{E5A74D98-842E-4B4C-AEE1-1E4AB894D59A}"/>
              </a:ext>
            </a:extLst>
          </p:cNvPr>
          <p:cNvSpPr>
            <a:spLocks xmlns:a="http://schemas.openxmlformats.org/drawingml/2006/main" noGrp="1"/>
          </p:cNvSpPr>
          <p:nvPr/>
        </p:nvSpPr>
        <p:spPr>
          <a:xfrm xmlns:a="http://schemas.openxmlformats.org/drawingml/2006/main">
            <a:off x="609600" y="4143375"/>
            <a:ext cx="323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85AC0"/>
                </a:solidFill>
                <a:latin typeface="Malgun Gothic"/>
                <a:ea typeface="Malgun Gothic"/>
                <a:cs typeface="Malgun Gothic"/>
              </a:defRPr>
            </a:defPPr>
            <a:lvl1pPr algn="l">
              <a:defRPr sz="2400" b="1">
                <a:solidFill>
                  <a:srgbClr val="185AC0"/>
                </a:solidFill>
                <a:latin typeface="Malgun Gothic"/>
                <a:ea typeface="Malgun Gothic"/>
                <a:cs typeface="Malgun Gothic"/>
              </a:defRPr>
            </a:lvl1pPr>
            <a:lvl2pPr algn="l">
              <a:defRPr sz="2400" b="1">
                <a:solidFill>
                  <a:srgbClr val="185AC0"/>
                </a:solidFill>
                <a:latin typeface="Malgun Gothic"/>
                <a:ea typeface="Malgun Gothic"/>
                <a:cs typeface="Malgun Gothic"/>
              </a:defRPr>
            </a:lvl2pPr>
            <a:lvl3pPr algn="l">
              <a:defRPr sz="2400" b="1">
                <a:solidFill>
                  <a:srgbClr val="185AC0"/>
                </a:solidFill>
                <a:latin typeface="Malgun Gothic"/>
                <a:ea typeface="Malgun Gothic"/>
                <a:cs typeface="Malgun Gothic"/>
              </a:defRPr>
            </a:lvl3pPr>
            <a:lvl4pPr algn="l">
              <a:defRPr sz="2400" b="1">
                <a:solidFill>
                  <a:srgbClr val="185AC0"/>
                </a:solidFill>
                <a:latin typeface="Malgun Gothic"/>
                <a:ea typeface="Malgun Gothic"/>
                <a:cs typeface="Malgun Gothic"/>
              </a:defRPr>
            </a:lvl4pPr>
            <a:lvl5pPr algn="l">
              <a:defRPr sz="2400" b="1">
                <a:solidFill>
                  <a:srgbClr val="185AC0"/>
                </a:solidFill>
                <a:latin typeface="Malgun Gothic"/>
                <a:ea typeface="Malgun Gothic"/>
                <a:cs typeface="Malgun Gothic"/>
              </a:defRPr>
            </a:lvl5pPr>
            <a:lvl6pPr algn="l">
              <a:defRPr sz="2400" b="1">
                <a:solidFill>
                  <a:srgbClr val="185AC0"/>
                </a:solidFill>
                <a:latin typeface="Malgun Gothic"/>
                <a:ea typeface="Malgun Gothic"/>
                <a:cs typeface="Malgun Gothic"/>
              </a:defRPr>
            </a:lvl6pPr>
            <a:lvl7pPr algn="l">
              <a:defRPr sz="2400" b="1">
                <a:solidFill>
                  <a:srgbClr val="185AC0"/>
                </a:solidFill>
                <a:latin typeface="Malgun Gothic"/>
                <a:ea typeface="Malgun Gothic"/>
                <a:cs typeface="Malgun Gothic"/>
              </a:defRPr>
            </a:lvl7pPr>
            <a:lvl8pPr algn="l">
              <a:defRPr sz="2400" b="1">
                <a:solidFill>
                  <a:srgbClr val="185AC0"/>
                </a:solidFill>
                <a:latin typeface="Malgun Gothic"/>
                <a:ea typeface="Malgun Gothic"/>
                <a:cs typeface="Malgun Gothic"/>
              </a:defRPr>
            </a:lvl8pPr>
            <a:lvl9pPr algn="l">
              <a:defRPr sz="2400" b="1">
                <a:solidFill>
                  <a:srgbClr val="185AC0"/>
                </a:solidFill>
                <a:latin typeface="Malgun Gothic"/>
                <a:ea typeface="Malgun Gothic"/>
                <a:cs typeface="Malgun Gothic"/>
              </a:defRPr>
            </a:lvl9pPr>
          </a:lstStyle>
          <a:p xmlns:a="http://schemas.openxmlformats.org/drawingml/2006/main">
            <a:pPr algn="l">
              <a:lnSpc>
                <a:spcPct val="115000"/>
              </a:lnSpc>
              <a:buNone/>
              <a:defRPr sz="2400" b="1">
                <a:solidFill>
                  <a:srgbClr val="185AC0"/>
                </a:solidFill>
                <a:latin typeface="Malgun Gothic"/>
                <a:ea typeface="Malgun Gothic"/>
                <a:cs typeface="Malgun Gothic"/>
              </a:defRPr>
            </a:pPr>
            <a:r>
              <a:rPr sz="2400" b="1">
                <a:solidFill>
                  <a:srgbClr val="185AC0"/>
                </a:solidFill>
                <a:latin typeface="Malgun Gothic"/>
                <a:ea typeface="Malgun Gothic"/>
                <a:cs typeface="Malgun Gothic"/>
              </a:rPr>
              <a:t/>
            </a:r>
          </a:p>
        </p:txBody>
      </p:sp>
      <p:sp>
        <p:nvSpPr>
          <p:cNvPr id="12" name="직사각형 11">
            <a:extLst xmlns:a="http://schemas.openxmlformats.org/drawingml/2006/main">
              <a:ext uri="{FF2B5EF4-FFF2-40B4-BE49-F238E27FC236}">
                <a16:creationId xmlns:a16="http://schemas.microsoft.com/office/drawing/2014/main" id="{E896B8A3-9AC6-4788-A830-85CBD2F733A8}"/>
              </a:ext>
            </a:extLst>
          </p:cNvPr>
          <p:cNvSpPr>
            <a:spLocks xmlns:a="http://schemas.openxmlformats.org/drawingml/2006/main" noGrp="1"/>
          </p:cNvSpPr>
          <p:nvPr/>
        </p:nvSpPr>
        <p:spPr>
          <a:xfrm xmlns:a="http://schemas.openxmlformats.org/drawingml/2006/main">
            <a:off x="4114800" y="4143375"/>
            <a:ext cx="704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0D223F"/>
                </a:solidFill>
                <a:latin typeface="Malgun Gothic"/>
                <a:ea typeface="Malgun Gothic"/>
                <a:cs typeface="Malgun Gothic"/>
              </a:defRPr>
            </a:defPPr>
            <a:lvl1pPr algn="l">
              <a:defRPr sz="1950" b="1">
                <a:solidFill>
                  <a:srgbClr val="0D223F"/>
                </a:solidFill>
                <a:latin typeface="Malgun Gothic"/>
                <a:ea typeface="Malgun Gothic"/>
                <a:cs typeface="Malgun Gothic"/>
              </a:defRPr>
            </a:lvl1pPr>
            <a:lvl2pPr algn="l">
              <a:defRPr sz="1950" b="1">
                <a:solidFill>
                  <a:srgbClr val="0D223F"/>
                </a:solidFill>
                <a:latin typeface="Malgun Gothic"/>
                <a:ea typeface="Malgun Gothic"/>
                <a:cs typeface="Malgun Gothic"/>
              </a:defRPr>
            </a:lvl2pPr>
            <a:lvl3pPr algn="l">
              <a:defRPr sz="1950" b="1">
                <a:solidFill>
                  <a:srgbClr val="0D223F"/>
                </a:solidFill>
                <a:latin typeface="Malgun Gothic"/>
                <a:ea typeface="Malgun Gothic"/>
                <a:cs typeface="Malgun Gothic"/>
              </a:defRPr>
            </a:lvl3pPr>
            <a:lvl4pPr algn="l">
              <a:defRPr sz="1950" b="1">
                <a:solidFill>
                  <a:srgbClr val="0D223F"/>
                </a:solidFill>
                <a:latin typeface="Malgun Gothic"/>
                <a:ea typeface="Malgun Gothic"/>
                <a:cs typeface="Malgun Gothic"/>
              </a:defRPr>
            </a:lvl4pPr>
            <a:lvl5pPr algn="l">
              <a:defRPr sz="1950" b="1">
                <a:solidFill>
                  <a:srgbClr val="0D223F"/>
                </a:solidFill>
                <a:latin typeface="Malgun Gothic"/>
                <a:ea typeface="Malgun Gothic"/>
                <a:cs typeface="Malgun Gothic"/>
              </a:defRPr>
            </a:lvl5pPr>
            <a:lvl6pPr algn="l">
              <a:defRPr sz="1950" b="1">
                <a:solidFill>
                  <a:srgbClr val="0D223F"/>
                </a:solidFill>
                <a:latin typeface="Malgun Gothic"/>
                <a:ea typeface="Malgun Gothic"/>
                <a:cs typeface="Malgun Gothic"/>
              </a:defRPr>
            </a:lvl6pPr>
            <a:lvl7pPr algn="l">
              <a:defRPr sz="1950" b="1">
                <a:solidFill>
                  <a:srgbClr val="0D223F"/>
                </a:solidFill>
                <a:latin typeface="Malgun Gothic"/>
                <a:ea typeface="Malgun Gothic"/>
                <a:cs typeface="Malgun Gothic"/>
              </a:defRPr>
            </a:lvl7pPr>
            <a:lvl8pPr algn="l">
              <a:defRPr sz="1950" b="1">
                <a:solidFill>
                  <a:srgbClr val="0D223F"/>
                </a:solidFill>
                <a:latin typeface="Malgun Gothic"/>
                <a:ea typeface="Malgun Gothic"/>
                <a:cs typeface="Malgun Gothic"/>
              </a:defRPr>
            </a:lvl8pPr>
            <a:lvl9pPr algn="l">
              <a:defRPr sz="1950" b="1">
                <a:solidFill>
                  <a:srgbClr val="0D223F"/>
                </a:solidFill>
                <a:latin typeface="Malgun Gothic"/>
                <a:ea typeface="Malgun Gothic"/>
                <a:cs typeface="Malgun Gothic"/>
              </a:defRPr>
            </a:lvl9pPr>
          </a:lstStyle>
          <a:p xmlns:a="http://schemas.openxmlformats.org/drawingml/2006/main">
            <a:pPr algn="l">
              <a:lnSpc>
                <a:spcPct val="115000"/>
              </a:lnSpc>
              <a:buNone/>
              <a:defRPr sz="1950" b="1">
                <a:solidFill>
                  <a:srgbClr val="0D223F"/>
                </a:solidFill>
                <a:latin typeface="Malgun Gothic"/>
                <a:ea typeface="Malgun Gothic"/>
                <a:cs typeface="Malgun Gothic"/>
              </a:defRPr>
            </a:pPr>
            <a:r>
              <a:rPr sz="1950" b="1">
                <a:solidFill>
                  <a:srgbClr val="0D223F"/>
                </a:solidFill>
                <a:latin typeface="Malgun Gothic"/>
                <a:ea typeface="Malgun Gothic"/>
                <a:cs typeface="Malgun Gothic"/>
              </a:rPr>
              <a:t/>
            </a:r>
          </a:p>
        </p:txBody>
      </p:sp>
      <p:sp>
        <p:nvSpPr>
          <p:cNvPr id="13" name="직사각형 12">
            <a:extLst xmlns:a="http://schemas.openxmlformats.org/drawingml/2006/main">
              <a:ext uri="{FF2B5EF4-FFF2-40B4-BE49-F238E27FC236}">
                <a16:creationId xmlns:a16="http://schemas.microsoft.com/office/drawing/2014/main" id="{E1704AD1-802E-4374-AB3E-8E81785FBBE4}"/>
              </a:ext>
            </a:extLst>
          </p:cNvPr>
          <p:cNvSpPr>
            <a:spLocks xmlns:a="http://schemas.openxmlformats.org/drawingml/2006/main" noGrp="1"/>
          </p:cNvSpPr>
          <p:nvPr/>
        </p:nvSpPr>
        <p:spPr>
          <a:xfrm xmlns:a="http://schemas.openxmlformats.org/drawingml/2006/main">
            <a:off x="4114800" y="4572000"/>
            <a:ext cx="708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1748A"/>
                </a:solidFill>
                <a:latin typeface="Malgun Gothic"/>
                <a:ea typeface="Malgun Gothic"/>
                <a:cs typeface="Malgun Gothic"/>
              </a:defRPr>
            </a:defPPr>
            <a:lvl1pPr algn="l">
              <a:defRPr sz="1725" b="0">
                <a:solidFill>
                  <a:srgbClr val="61748A"/>
                </a:solidFill>
                <a:latin typeface="Malgun Gothic"/>
                <a:ea typeface="Malgun Gothic"/>
                <a:cs typeface="Malgun Gothic"/>
              </a:defRPr>
            </a:lvl1pPr>
            <a:lvl2pPr algn="l">
              <a:defRPr sz="1725" b="0">
                <a:solidFill>
                  <a:srgbClr val="61748A"/>
                </a:solidFill>
                <a:latin typeface="Malgun Gothic"/>
                <a:ea typeface="Malgun Gothic"/>
                <a:cs typeface="Malgun Gothic"/>
              </a:defRPr>
            </a:lvl2pPr>
            <a:lvl3pPr algn="l">
              <a:defRPr sz="1725" b="0">
                <a:solidFill>
                  <a:srgbClr val="61748A"/>
                </a:solidFill>
                <a:latin typeface="Malgun Gothic"/>
                <a:ea typeface="Malgun Gothic"/>
                <a:cs typeface="Malgun Gothic"/>
              </a:defRPr>
            </a:lvl3pPr>
            <a:lvl4pPr algn="l">
              <a:defRPr sz="1725" b="0">
                <a:solidFill>
                  <a:srgbClr val="61748A"/>
                </a:solidFill>
                <a:latin typeface="Malgun Gothic"/>
                <a:ea typeface="Malgun Gothic"/>
                <a:cs typeface="Malgun Gothic"/>
              </a:defRPr>
            </a:lvl4pPr>
            <a:lvl5pPr algn="l">
              <a:defRPr sz="1725" b="0">
                <a:solidFill>
                  <a:srgbClr val="61748A"/>
                </a:solidFill>
                <a:latin typeface="Malgun Gothic"/>
                <a:ea typeface="Malgun Gothic"/>
                <a:cs typeface="Malgun Gothic"/>
              </a:defRPr>
            </a:lvl5pPr>
            <a:lvl6pPr algn="l">
              <a:defRPr sz="1725" b="0">
                <a:solidFill>
                  <a:srgbClr val="61748A"/>
                </a:solidFill>
                <a:latin typeface="Malgun Gothic"/>
                <a:ea typeface="Malgun Gothic"/>
                <a:cs typeface="Malgun Gothic"/>
              </a:defRPr>
            </a:lvl6pPr>
            <a:lvl7pPr algn="l">
              <a:defRPr sz="1725" b="0">
                <a:solidFill>
                  <a:srgbClr val="61748A"/>
                </a:solidFill>
                <a:latin typeface="Malgun Gothic"/>
                <a:ea typeface="Malgun Gothic"/>
                <a:cs typeface="Malgun Gothic"/>
              </a:defRPr>
            </a:lvl7pPr>
            <a:lvl8pPr algn="l">
              <a:defRPr sz="1725" b="0">
                <a:solidFill>
                  <a:srgbClr val="61748A"/>
                </a:solidFill>
                <a:latin typeface="Malgun Gothic"/>
                <a:ea typeface="Malgun Gothic"/>
                <a:cs typeface="Malgun Gothic"/>
              </a:defRPr>
            </a:lvl8pPr>
            <a:lvl9pPr algn="l">
              <a:defRPr sz="1725" b="0">
                <a:solidFill>
                  <a:srgbClr val="61748A"/>
                </a:solidFill>
                <a:latin typeface="Malgun Gothic"/>
                <a:ea typeface="Malgun Gothic"/>
                <a:cs typeface="Malgun Gothic"/>
              </a:defRPr>
            </a:lvl9pPr>
          </a:lstStyle>
          <a:p xmlns:a="http://schemas.openxmlformats.org/drawingml/2006/main">
            <a:pPr algn="l">
              <a:lnSpc>
                <a:spcPct val="115000"/>
              </a:lnSpc>
              <a:buNone/>
              <a:defRPr sz="1725" b="0">
                <a:solidFill>
                  <a:srgbClr val="61748A"/>
                </a:solidFill>
                <a:latin typeface="Malgun Gothic"/>
                <a:ea typeface="Malgun Gothic"/>
                <a:cs typeface="Malgun Gothic"/>
              </a:defRPr>
            </a:pPr>
            <a:r>
              <a:rPr sz="1725" b="0">
                <a:solidFill>
                  <a:srgbClr val="61748A"/>
                </a:solidFill>
                <a:latin typeface="Malgun Gothic"/>
                <a:ea typeface="Malgun Gothic"/>
                <a:cs typeface="Malgun Gothic"/>
              </a:rPr>
              <a:t/>
            </a:r>
          </a:p>
        </p:txBody>
      </p:sp>
      <p:sp>
        <p:nvSpPr>
          <p:cNvPr id="14" name="직사각형 13">
            <a:extLst xmlns:a="http://schemas.openxmlformats.org/drawingml/2006/main">
              <a:ext uri="{FF2B5EF4-FFF2-40B4-BE49-F238E27FC236}">
                <a16:creationId xmlns:a16="http://schemas.microsoft.com/office/drawing/2014/main" id="{0EDAFEB7-EF4F-4AE4-8C4C-FDB3C6A3C142}"/>
              </a:ext>
            </a:extLst>
          </p:cNvPr>
          <p:cNvSpPr>
            <a:spLocks xmlns:a="http://schemas.openxmlformats.org/drawingml/2006/main" noGrp="1"/>
          </p:cNvSpPr>
          <p:nvPr/>
        </p:nvSpPr>
        <p:spPr>
          <a:xfrm xmlns:a="http://schemas.openxmlformats.org/drawingml/2006/main">
            <a:off x="609600" y="5095875"/>
            <a:ext cx="323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85AC0"/>
                </a:solidFill>
                <a:latin typeface="Malgun Gothic"/>
                <a:ea typeface="Malgun Gothic"/>
                <a:cs typeface="Malgun Gothic"/>
              </a:defRPr>
            </a:defPPr>
            <a:lvl1pPr algn="l">
              <a:defRPr sz="2400" b="1">
                <a:solidFill>
                  <a:srgbClr val="185AC0"/>
                </a:solidFill>
                <a:latin typeface="Malgun Gothic"/>
                <a:ea typeface="Malgun Gothic"/>
                <a:cs typeface="Malgun Gothic"/>
              </a:defRPr>
            </a:lvl1pPr>
            <a:lvl2pPr algn="l">
              <a:defRPr sz="2400" b="1">
                <a:solidFill>
                  <a:srgbClr val="185AC0"/>
                </a:solidFill>
                <a:latin typeface="Malgun Gothic"/>
                <a:ea typeface="Malgun Gothic"/>
                <a:cs typeface="Malgun Gothic"/>
              </a:defRPr>
            </a:lvl2pPr>
            <a:lvl3pPr algn="l">
              <a:defRPr sz="2400" b="1">
                <a:solidFill>
                  <a:srgbClr val="185AC0"/>
                </a:solidFill>
                <a:latin typeface="Malgun Gothic"/>
                <a:ea typeface="Malgun Gothic"/>
                <a:cs typeface="Malgun Gothic"/>
              </a:defRPr>
            </a:lvl3pPr>
            <a:lvl4pPr algn="l">
              <a:defRPr sz="2400" b="1">
                <a:solidFill>
                  <a:srgbClr val="185AC0"/>
                </a:solidFill>
                <a:latin typeface="Malgun Gothic"/>
                <a:ea typeface="Malgun Gothic"/>
                <a:cs typeface="Malgun Gothic"/>
              </a:defRPr>
            </a:lvl4pPr>
            <a:lvl5pPr algn="l">
              <a:defRPr sz="2400" b="1">
                <a:solidFill>
                  <a:srgbClr val="185AC0"/>
                </a:solidFill>
                <a:latin typeface="Malgun Gothic"/>
                <a:ea typeface="Malgun Gothic"/>
                <a:cs typeface="Malgun Gothic"/>
              </a:defRPr>
            </a:lvl5pPr>
            <a:lvl6pPr algn="l">
              <a:defRPr sz="2400" b="1">
                <a:solidFill>
                  <a:srgbClr val="185AC0"/>
                </a:solidFill>
                <a:latin typeface="Malgun Gothic"/>
                <a:ea typeface="Malgun Gothic"/>
                <a:cs typeface="Malgun Gothic"/>
              </a:defRPr>
            </a:lvl6pPr>
            <a:lvl7pPr algn="l">
              <a:defRPr sz="2400" b="1">
                <a:solidFill>
                  <a:srgbClr val="185AC0"/>
                </a:solidFill>
                <a:latin typeface="Malgun Gothic"/>
                <a:ea typeface="Malgun Gothic"/>
                <a:cs typeface="Malgun Gothic"/>
              </a:defRPr>
            </a:lvl7pPr>
            <a:lvl8pPr algn="l">
              <a:defRPr sz="2400" b="1">
                <a:solidFill>
                  <a:srgbClr val="185AC0"/>
                </a:solidFill>
                <a:latin typeface="Malgun Gothic"/>
                <a:ea typeface="Malgun Gothic"/>
                <a:cs typeface="Malgun Gothic"/>
              </a:defRPr>
            </a:lvl8pPr>
            <a:lvl9pPr algn="l">
              <a:defRPr sz="2400" b="1">
                <a:solidFill>
                  <a:srgbClr val="185AC0"/>
                </a:solidFill>
                <a:latin typeface="Malgun Gothic"/>
                <a:ea typeface="Malgun Gothic"/>
                <a:cs typeface="Malgun Gothic"/>
              </a:defRPr>
            </a:lvl9pPr>
          </a:lstStyle>
          <a:p xmlns:a="http://schemas.openxmlformats.org/drawingml/2006/main">
            <a:pPr algn="l">
              <a:lnSpc>
                <a:spcPct val="115000"/>
              </a:lnSpc>
              <a:buNone/>
              <a:defRPr sz="2400" b="1">
                <a:solidFill>
                  <a:srgbClr val="185AC0"/>
                </a:solidFill>
                <a:latin typeface="Malgun Gothic"/>
                <a:ea typeface="Malgun Gothic"/>
                <a:cs typeface="Malgun Gothic"/>
              </a:defRPr>
            </a:pPr>
            <a:r>
              <a:rPr sz="2400" b="1">
                <a:solidFill>
                  <a:srgbClr val="185AC0"/>
                </a:solidFill>
                <a:latin typeface="Malgun Gothic"/>
                <a:ea typeface="Malgun Gothic"/>
                <a:cs typeface="Malgun Gothic"/>
              </a:rPr>
              <a:t/>
            </a:r>
          </a:p>
        </p:txBody>
      </p:sp>
      <p:sp>
        <p:nvSpPr>
          <p:cNvPr id="15" name="직사각형 14">
            <a:extLst xmlns:a="http://schemas.openxmlformats.org/drawingml/2006/main">
              <a:ext uri="{FF2B5EF4-FFF2-40B4-BE49-F238E27FC236}">
                <a16:creationId xmlns:a16="http://schemas.microsoft.com/office/drawing/2014/main" id="{5CFEF255-4B6F-4BA7-A68F-B33C61B297B3}"/>
              </a:ext>
            </a:extLst>
          </p:cNvPr>
          <p:cNvSpPr>
            <a:spLocks xmlns:a="http://schemas.openxmlformats.org/drawingml/2006/main" noGrp="1"/>
          </p:cNvSpPr>
          <p:nvPr/>
        </p:nvSpPr>
        <p:spPr>
          <a:xfrm xmlns:a="http://schemas.openxmlformats.org/drawingml/2006/main">
            <a:off x="4114800" y="5095875"/>
            <a:ext cx="704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0D223F"/>
                </a:solidFill>
                <a:latin typeface="Malgun Gothic"/>
                <a:ea typeface="Malgun Gothic"/>
                <a:cs typeface="Malgun Gothic"/>
              </a:defRPr>
            </a:defPPr>
            <a:lvl1pPr algn="l">
              <a:defRPr sz="1950" b="1">
                <a:solidFill>
                  <a:srgbClr val="0D223F"/>
                </a:solidFill>
                <a:latin typeface="Malgun Gothic"/>
                <a:ea typeface="Malgun Gothic"/>
                <a:cs typeface="Malgun Gothic"/>
              </a:defRPr>
            </a:lvl1pPr>
            <a:lvl2pPr algn="l">
              <a:defRPr sz="1950" b="1">
                <a:solidFill>
                  <a:srgbClr val="0D223F"/>
                </a:solidFill>
                <a:latin typeface="Malgun Gothic"/>
                <a:ea typeface="Malgun Gothic"/>
                <a:cs typeface="Malgun Gothic"/>
              </a:defRPr>
            </a:lvl2pPr>
            <a:lvl3pPr algn="l">
              <a:defRPr sz="1950" b="1">
                <a:solidFill>
                  <a:srgbClr val="0D223F"/>
                </a:solidFill>
                <a:latin typeface="Malgun Gothic"/>
                <a:ea typeface="Malgun Gothic"/>
                <a:cs typeface="Malgun Gothic"/>
              </a:defRPr>
            </a:lvl3pPr>
            <a:lvl4pPr algn="l">
              <a:defRPr sz="1950" b="1">
                <a:solidFill>
                  <a:srgbClr val="0D223F"/>
                </a:solidFill>
                <a:latin typeface="Malgun Gothic"/>
                <a:ea typeface="Malgun Gothic"/>
                <a:cs typeface="Malgun Gothic"/>
              </a:defRPr>
            </a:lvl4pPr>
            <a:lvl5pPr algn="l">
              <a:defRPr sz="1950" b="1">
                <a:solidFill>
                  <a:srgbClr val="0D223F"/>
                </a:solidFill>
                <a:latin typeface="Malgun Gothic"/>
                <a:ea typeface="Malgun Gothic"/>
                <a:cs typeface="Malgun Gothic"/>
              </a:defRPr>
            </a:lvl5pPr>
            <a:lvl6pPr algn="l">
              <a:defRPr sz="1950" b="1">
                <a:solidFill>
                  <a:srgbClr val="0D223F"/>
                </a:solidFill>
                <a:latin typeface="Malgun Gothic"/>
                <a:ea typeface="Malgun Gothic"/>
                <a:cs typeface="Malgun Gothic"/>
              </a:defRPr>
            </a:lvl6pPr>
            <a:lvl7pPr algn="l">
              <a:defRPr sz="1950" b="1">
                <a:solidFill>
                  <a:srgbClr val="0D223F"/>
                </a:solidFill>
                <a:latin typeface="Malgun Gothic"/>
                <a:ea typeface="Malgun Gothic"/>
                <a:cs typeface="Malgun Gothic"/>
              </a:defRPr>
            </a:lvl7pPr>
            <a:lvl8pPr algn="l">
              <a:defRPr sz="1950" b="1">
                <a:solidFill>
                  <a:srgbClr val="0D223F"/>
                </a:solidFill>
                <a:latin typeface="Malgun Gothic"/>
                <a:ea typeface="Malgun Gothic"/>
                <a:cs typeface="Malgun Gothic"/>
              </a:defRPr>
            </a:lvl8pPr>
            <a:lvl9pPr algn="l">
              <a:defRPr sz="1950" b="1">
                <a:solidFill>
                  <a:srgbClr val="0D223F"/>
                </a:solidFill>
                <a:latin typeface="Malgun Gothic"/>
                <a:ea typeface="Malgun Gothic"/>
                <a:cs typeface="Malgun Gothic"/>
              </a:defRPr>
            </a:lvl9pPr>
          </a:lstStyle>
          <a:p xmlns:a="http://schemas.openxmlformats.org/drawingml/2006/main">
            <a:pPr algn="l">
              <a:lnSpc>
                <a:spcPct val="115000"/>
              </a:lnSpc>
              <a:buNone/>
              <a:defRPr sz="1950" b="1">
                <a:solidFill>
                  <a:srgbClr val="0D223F"/>
                </a:solidFill>
                <a:latin typeface="Malgun Gothic"/>
                <a:ea typeface="Malgun Gothic"/>
                <a:cs typeface="Malgun Gothic"/>
              </a:defRPr>
            </a:pPr>
            <a:r>
              <a:rPr sz="1950" b="1">
                <a:solidFill>
                  <a:srgbClr val="0D223F"/>
                </a:solidFill>
                <a:latin typeface="Malgun Gothic"/>
                <a:ea typeface="Malgun Gothic"/>
                <a:cs typeface="Malgun Gothic"/>
              </a:rPr>
              <a:t/>
            </a:r>
          </a:p>
        </p:txBody>
      </p:sp>
      <p:sp>
        <p:nvSpPr>
          <p:cNvPr id="16" name="직사각형 15">
            <a:extLst xmlns:a="http://schemas.openxmlformats.org/drawingml/2006/main">
              <a:ext uri="{FF2B5EF4-FFF2-40B4-BE49-F238E27FC236}">
                <a16:creationId xmlns:a16="http://schemas.microsoft.com/office/drawing/2014/main" id="{35E171A3-FAD1-40CD-B021-C9C324913D11}"/>
              </a:ext>
            </a:extLst>
          </p:cNvPr>
          <p:cNvSpPr>
            <a:spLocks xmlns:a="http://schemas.openxmlformats.org/drawingml/2006/main" noGrp="1"/>
          </p:cNvSpPr>
          <p:nvPr/>
        </p:nvSpPr>
        <p:spPr>
          <a:xfrm xmlns:a="http://schemas.openxmlformats.org/drawingml/2006/main">
            <a:off x="4114800" y="5524500"/>
            <a:ext cx="708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1748A"/>
                </a:solidFill>
                <a:latin typeface="Malgun Gothic"/>
                <a:ea typeface="Malgun Gothic"/>
                <a:cs typeface="Malgun Gothic"/>
              </a:defRPr>
            </a:defPPr>
            <a:lvl1pPr algn="l">
              <a:defRPr sz="1725" b="0">
                <a:solidFill>
                  <a:srgbClr val="61748A"/>
                </a:solidFill>
                <a:latin typeface="Malgun Gothic"/>
                <a:ea typeface="Malgun Gothic"/>
                <a:cs typeface="Malgun Gothic"/>
              </a:defRPr>
            </a:lvl1pPr>
            <a:lvl2pPr algn="l">
              <a:defRPr sz="1725" b="0">
                <a:solidFill>
                  <a:srgbClr val="61748A"/>
                </a:solidFill>
                <a:latin typeface="Malgun Gothic"/>
                <a:ea typeface="Malgun Gothic"/>
                <a:cs typeface="Malgun Gothic"/>
              </a:defRPr>
            </a:lvl2pPr>
            <a:lvl3pPr algn="l">
              <a:defRPr sz="1725" b="0">
                <a:solidFill>
                  <a:srgbClr val="61748A"/>
                </a:solidFill>
                <a:latin typeface="Malgun Gothic"/>
                <a:ea typeface="Malgun Gothic"/>
                <a:cs typeface="Malgun Gothic"/>
              </a:defRPr>
            </a:lvl3pPr>
            <a:lvl4pPr algn="l">
              <a:defRPr sz="1725" b="0">
                <a:solidFill>
                  <a:srgbClr val="61748A"/>
                </a:solidFill>
                <a:latin typeface="Malgun Gothic"/>
                <a:ea typeface="Malgun Gothic"/>
                <a:cs typeface="Malgun Gothic"/>
              </a:defRPr>
            </a:lvl4pPr>
            <a:lvl5pPr algn="l">
              <a:defRPr sz="1725" b="0">
                <a:solidFill>
                  <a:srgbClr val="61748A"/>
                </a:solidFill>
                <a:latin typeface="Malgun Gothic"/>
                <a:ea typeface="Malgun Gothic"/>
                <a:cs typeface="Malgun Gothic"/>
              </a:defRPr>
            </a:lvl5pPr>
            <a:lvl6pPr algn="l">
              <a:defRPr sz="1725" b="0">
                <a:solidFill>
                  <a:srgbClr val="61748A"/>
                </a:solidFill>
                <a:latin typeface="Malgun Gothic"/>
                <a:ea typeface="Malgun Gothic"/>
                <a:cs typeface="Malgun Gothic"/>
              </a:defRPr>
            </a:lvl6pPr>
            <a:lvl7pPr algn="l">
              <a:defRPr sz="1725" b="0">
                <a:solidFill>
                  <a:srgbClr val="61748A"/>
                </a:solidFill>
                <a:latin typeface="Malgun Gothic"/>
                <a:ea typeface="Malgun Gothic"/>
                <a:cs typeface="Malgun Gothic"/>
              </a:defRPr>
            </a:lvl7pPr>
            <a:lvl8pPr algn="l">
              <a:defRPr sz="1725" b="0">
                <a:solidFill>
                  <a:srgbClr val="61748A"/>
                </a:solidFill>
                <a:latin typeface="Malgun Gothic"/>
                <a:ea typeface="Malgun Gothic"/>
                <a:cs typeface="Malgun Gothic"/>
              </a:defRPr>
            </a:lvl8pPr>
            <a:lvl9pPr algn="l">
              <a:defRPr sz="1725" b="0">
                <a:solidFill>
                  <a:srgbClr val="61748A"/>
                </a:solidFill>
                <a:latin typeface="Malgun Gothic"/>
                <a:ea typeface="Malgun Gothic"/>
                <a:cs typeface="Malgun Gothic"/>
              </a:defRPr>
            </a:lvl9pPr>
          </a:lstStyle>
          <a:p xmlns:a="http://schemas.openxmlformats.org/drawingml/2006/main">
            <a:pPr algn="l">
              <a:lnSpc>
                <a:spcPct val="115000"/>
              </a:lnSpc>
              <a:buNone/>
              <a:defRPr sz="1725" b="0">
                <a:solidFill>
                  <a:srgbClr val="61748A"/>
                </a:solidFill>
                <a:latin typeface="Malgun Gothic"/>
                <a:ea typeface="Malgun Gothic"/>
                <a:cs typeface="Malgun Gothic"/>
              </a:defRPr>
            </a:pPr>
            <a:r>
              <a:rPr sz="1725" b="0">
                <a:solidFill>
                  <a:srgbClr val="61748A"/>
                </a:solidFill>
                <a:latin typeface="Malgun Gothic"/>
                <a:ea typeface="Malgun Gothic"/>
                <a:cs typeface="Malgun Gothic"/>
              </a:rPr>
              <a:t/>
            </a:r>
          </a:p>
        </p:txBody>
      </p:sp>
      <p:sp>
        <p:nvSpPr>
          <p:cNvPr id="18" name="">
            <a:extLst xmlns:a="http://schemas.openxmlformats.org/drawingml/2006/main">
              <a:ext uri="{FF2B5EF4-FFF2-40B4-BE49-F238E27FC236}">
                <a16:creationId xmlns:a16="http://schemas.microsoft.com/office/drawing/2014/main" id="{18D2E883-004C-483A-882B-0C130D5AC32A}"/>
              </a:ext>
            </a:extLst>
          </p:cNvPr>
          <p:cNvSpPr>
            <a:spLocks xmlns:a="http://schemas.openxmlformats.org/drawingml/2006/main" noGrp="1"/>
          </p:cNvSpPr>
          <p:nvPr/>
        </p:nvSpPr>
        <p:spPr>
          <a:xfrm xmlns:a="http://schemas.openxmlformats.org/drawingml/2006/main">
            <a:off x="609600" y="211455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85AC0"/>
                </a:solidFill>
                <a:latin typeface="Malgun Gothic"/>
                <a:ea typeface="Malgun Gothic"/>
                <a:cs typeface="Malgun Gothic"/>
              </a:defRPr>
            </a:defPPr>
            <a:lvl1pPr algn="l">
              <a:defRPr sz="2250" b="1">
                <a:solidFill>
                  <a:srgbClr val="185AC0"/>
                </a:solidFill>
                <a:latin typeface="Malgun Gothic"/>
                <a:ea typeface="Malgun Gothic"/>
                <a:cs typeface="Malgun Gothic"/>
              </a:defRPr>
            </a:lvl1pPr>
            <a:lvl2pPr algn="l">
              <a:defRPr sz="2250" b="1">
                <a:solidFill>
                  <a:srgbClr val="185AC0"/>
                </a:solidFill>
                <a:latin typeface="Malgun Gothic"/>
                <a:ea typeface="Malgun Gothic"/>
                <a:cs typeface="Malgun Gothic"/>
              </a:defRPr>
            </a:lvl2pPr>
            <a:lvl3pPr algn="l">
              <a:defRPr sz="2250" b="1">
                <a:solidFill>
                  <a:srgbClr val="185AC0"/>
                </a:solidFill>
                <a:latin typeface="Malgun Gothic"/>
                <a:ea typeface="Malgun Gothic"/>
                <a:cs typeface="Malgun Gothic"/>
              </a:defRPr>
            </a:lvl3pPr>
            <a:lvl4pPr algn="l">
              <a:defRPr sz="2250" b="1">
                <a:solidFill>
                  <a:srgbClr val="185AC0"/>
                </a:solidFill>
                <a:latin typeface="Malgun Gothic"/>
                <a:ea typeface="Malgun Gothic"/>
                <a:cs typeface="Malgun Gothic"/>
              </a:defRPr>
            </a:lvl4pPr>
            <a:lvl5pPr algn="l">
              <a:defRPr sz="2250" b="1">
                <a:solidFill>
                  <a:srgbClr val="185AC0"/>
                </a:solidFill>
                <a:latin typeface="Malgun Gothic"/>
                <a:ea typeface="Malgun Gothic"/>
                <a:cs typeface="Malgun Gothic"/>
              </a:defRPr>
            </a:lvl5pPr>
            <a:lvl6pPr algn="l">
              <a:defRPr sz="2250" b="1">
                <a:solidFill>
                  <a:srgbClr val="185AC0"/>
                </a:solidFill>
                <a:latin typeface="Malgun Gothic"/>
                <a:ea typeface="Malgun Gothic"/>
                <a:cs typeface="Malgun Gothic"/>
              </a:defRPr>
            </a:lvl6pPr>
            <a:lvl7pPr algn="l">
              <a:defRPr sz="2250" b="1">
                <a:solidFill>
                  <a:srgbClr val="185AC0"/>
                </a:solidFill>
                <a:latin typeface="Malgun Gothic"/>
                <a:ea typeface="Malgun Gothic"/>
                <a:cs typeface="Malgun Gothic"/>
              </a:defRPr>
            </a:lvl7pPr>
            <a:lvl8pPr algn="l">
              <a:defRPr sz="2250" b="1">
                <a:solidFill>
                  <a:srgbClr val="185AC0"/>
                </a:solidFill>
                <a:latin typeface="Malgun Gothic"/>
                <a:ea typeface="Malgun Gothic"/>
                <a:cs typeface="Malgun Gothic"/>
              </a:defRPr>
            </a:lvl8pPr>
            <a:lvl9pPr algn="l">
              <a:defRPr sz="2250" b="1">
                <a:solidFill>
                  <a:srgbClr val="185AC0"/>
                </a:solidFill>
                <a:latin typeface="Malgun Gothic"/>
                <a:ea typeface="Malgun Gothic"/>
                <a:cs typeface="Malgun Gothic"/>
              </a:defRPr>
            </a:lvl9pPr>
          </a:lstStyle>
          <a:p xmlns:a="http://schemas.openxmlformats.org/drawingml/2006/main">
            <a:pPr algn="l">
              <a:lnSpc>
                <a:spcPct val="115000"/>
              </a:lnSpc>
              <a:buNone/>
              <a:defRPr sz="2250" b="1">
                <a:solidFill>
                  <a:srgbClr val="185AC0"/>
                </a:solidFill>
                <a:latin typeface="Malgun Gothic"/>
                <a:ea typeface="Malgun Gothic"/>
                <a:cs typeface="Malgun Gothic"/>
              </a:defRPr>
            </a:pPr>
            <a:r>
              <a:rPr sz="2250" b="1">
                <a:solidFill>
                  <a:srgbClr val="185AC0"/>
                </a:solidFill>
                <a:latin typeface="Malgun Gothic"/>
                <a:ea typeface="Malgun Gothic"/>
                <a:cs typeface="Malgun Gothic"/>
              </a:rPr>
              <a:t>JCore</a:t>
            </a:r>
          </a:p>
        </p:txBody>
      </p:sp>
      <p:sp>
        <p:nvSpPr>
          <p:cNvPr id="19" name="">
            <a:extLst xmlns:a="http://schemas.openxmlformats.org/drawingml/2006/main">
              <a:ext uri="{FF2B5EF4-FFF2-40B4-BE49-F238E27FC236}">
                <a16:creationId xmlns:a16="http://schemas.microsoft.com/office/drawing/2014/main" id="{24480417-0248-4211-A209-7F35A242B76B}"/>
              </a:ext>
            </a:extLst>
          </p:cNvPr>
          <p:cNvSpPr>
            <a:spLocks xmlns:a="http://schemas.openxmlformats.org/drawingml/2006/main" noGrp="1"/>
          </p:cNvSpPr>
          <p:nvPr/>
        </p:nvSpPr>
        <p:spPr>
          <a:xfrm xmlns:a="http://schemas.openxmlformats.org/drawingml/2006/main">
            <a:off x="4114800" y="2114550"/>
            <a:ext cx="704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0D223F"/>
                </a:solidFill>
                <a:latin typeface="Malgun Gothic"/>
                <a:ea typeface="Malgun Gothic"/>
                <a:cs typeface="Malgun Gothic"/>
              </a:defRPr>
            </a:defPPr>
            <a:lvl1pPr algn="l">
              <a:defRPr sz="1875" b="1">
                <a:solidFill>
                  <a:srgbClr val="0D223F"/>
                </a:solidFill>
                <a:latin typeface="Malgun Gothic"/>
                <a:ea typeface="Malgun Gothic"/>
                <a:cs typeface="Malgun Gothic"/>
              </a:defRPr>
            </a:lvl1pPr>
            <a:lvl2pPr algn="l">
              <a:defRPr sz="1875" b="1">
                <a:solidFill>
                  <a:srgbClr val="0D223F"/>
                </a:solidFill>
                <a:latin typeface="Malgun Gothic"/>
                <a:ea typeface="Malgun Gothic"/>
                <a:cs typeface="Malgun Gothic"/>
              </a:defRPr>
            </a:lvl2pPr>
            <a:lvl3pPr algn="l">
              <a:defRPr sz="1875" b="1">
                <a:solidFill>
                  <a:srgbClr val="0D223F"/>
                </a:solidFill>
                <a:latin typeface="Malgun Gothic"/>
                <a:ea typeface="Malgun Gothic"/>
                <a:cs typeface="Malgun Gothic"/>
              </a:defRPr>
            </a:lvl3pPr>
            <a:lvl4pPr algn="l">
              <a:defRPr sz="1875" b="1">
                <a:solidFill>
                  <a:srgbClr val="0D223F"/>
                </a:solidFill>
                <a:latin typeface="Malgun Gothic"/>
                <a:ea typeface="Malgun Gothic"/>
                <a:cs typeface="Malgun Gothic"/>
              </a:defRPr>
            </a:lvl4pPr>
            <a:lvl5pPr algn="l">
              <a:defRPr sz="1875" b="1">
                <a:solidFill>
                  <a:srgbClr val="0D223F"/>
                </a:solidFill>
                <a:latin typeface="Malgun Gothic"/>
                <a:ea typeface="Malgun Gothic"/>
                <a:cs typeface="Malgun Gothic"/>
              </a:defRPr>
            </a:lvl5pPr>
            <a:lvl6pPr algn="l">
              <a:defRPr sz="1875" b="1">
                <a:solidFill>
                  <a:srgbClr val="0D223F"/>
                </a:solidFill>
                <a:latin typeface="Malgun Gothic"/>
                <a:ea typeface="Malgun Gothic"/>
                <a:cs typeface="Malgun Gothic"/>
              </a:defRPr>
            </a:lvl6pPr>
            <a:lvl7pPr algn="l">
              <a:defRPr sz="1875" b="1">
                <a:solidFill>
                  <a:srgbClr val="0D223F"/>
                </a:solidFill>
                <a:latin typeface="Malgun Gothic"/>
                <a:ea typeface="Malgun Gothic"/>
                <a:cs typeface="Malgun Gothic"/>
              </a:defRPr>
            </a:lvl7pPr>
            <a:lvl8pPr algn="l">
              <a:defRPr sz="1875" b="1">
                <a:solidFill>
                  <a:srgbClr val="0D223F"/>
                </a:solidFill>
                <a:latin typeface="Malgun Gothic"/>
                <a:ea typeface="Malgun Gothic"/>
                <a:cs typeface="Malgun Gothic"/>
              </a:defRPr>
            </a:lvl8pPr>
            <a:lvl9pPr algn="l">
              <a:defRPr sz="1875" b="1">
                <a:solidFill>
                  <a:srgbClr val="0D223F"/>
                </a:solidFill>
                <a:latin typeface="Malgun Gothic"/>
                <a:ea typeface="Malgun Gothic"/>
                <a:cs typeface="Malgun Gothic"/>
              </a:defRPr>
            </a:lvl9pPr>
          </a:lstStyle>
          <a:p xmlns:a="http://schemas.openxmlformats.org/drawingml/2006/main">
            <a:pPr algn="l">
              <a:lnSpc>
                <a:spcPct val="115000"/>
              </a:lnSpc>
              <a:buNone/>
              <a:defRPr sz="1875" b="1">
                <a:solidFill>
                  <a:srgbClr val="0D223F"/>
                </a:solidFill>
                <a:latin typeface="Malgun Gothic"/>
                <a:ea typeface="Malgun Gothic"/>
                <a:cs typeface="Malgun Gothic"/>
              </a:defRPr>
            </a:pPr>
            <a:r>
              <a:rPr sz="1875" b="1">
                <a:solidFill>
                  <a:srgbClr val="0D223F"/>
                </a:solidFill>
                <a:latin typeface="Malgun Gothic"/>
                <a:ea typeface="Malgun Gothic"/>
                <a:cs typeface="Malgun Gothic"/>
              </a:rPr>
              <a:t>현장 데이터 연결</a:t>
            </a:r>
          </a:p>
        </p:txBody>
      </p:sp>
      <p:sp>
        <p:nvSpPr>
          <p:cNvPr id="20" name="">
            <a:extLst xmlns:a="http://schemas.openxmlformats.org/drawingml/2006/main">
              <a:ext uri="{FF2B5EF4-FFF2-40B4-BE49-F238E27FC236}">
                <a16:creationId xmlns:a16="http://schemas.microsoft.com/office/drawing/2014/main" id="{84489C3E-6E63-4E71-8068-F30C12558AA4}"/>
              </a:ext>
            </a:extLst>
          </p:cNvPr>
          <p:cNvSpPr>
            <a:spLocks xmlns:a="http://schemas.openxmlformats.org/drawingml/2006/main" noGrp="1"/>
          </p:cNvSpPr>
          <p:nvPr/>
        </p:nvSpPr>
        <p:spPr>
          <a:xfrm xmlns:a="http://schemas.openxmlformats.org/drawingml/2006/main">
            <a:off x="4114800" y="2466975"/>
            <a:ext cx="7086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1748A"/>
                </a:solidFill>
                <a:latin typeface="Malgun Gothic"/>
                <a:ea typeface="Malgun Gothic"/>
                <a:cs typeface="Malgun Gothic"/>
              </a:defRPr>
            </a:defPPr>
            <a:lvl1pPr algn="l">
              <a:defRPr sz="1650" b="0">
                <a:solidFill>
                  <a:srgbClr val="61748A"/>
                </a:solidFill>
                <a:latin typeface="Malgun Gothic"/>
                <a:ea typeface="Malgun Gothic"/>
                <a:cs typeface="Malgun Gothic"/>
              </a:defRPr>
            </a:lvl1pPr>
            <a:lvl2pPr algn="l">
              <a:defRPr sz="1650" b="0">
                <a:solidFill>
                  <a:srgbClr val="61748A"/>
                </a:solidFill>
                <a:latin typeface="Malgun Gothic"/>
                <a:ea typeface="Malgun Gothic"/>
                <a:cs typeface="Malgun Gothic"/>
              </a:defRPr>
            </a:lvl2pPr>
            <a:lvl3pPr algn="l">
              <a:defRPr sz="1650" b="0">
                <a:solidFill>
                  <a:srgbClr val="61748A"/>
                </a:solidFill>
                <a:latin typeface="Malgun Gothic"/>
                <a:ea typeface="Malgun Gothic"/>
                <a:cs typeface="Malgun Gothic"/>
              </a:defRPr>
            </a:lvl3pPr>
            <a:lvl4pPr algn="l">
              <a:defRPr sz="1650" b="0">
                <a:solidFill>
                  <a:srgbClr val="61748A"/>
                </a:solidFill>
                <a:latin typeface="Malgun Gothic"/>
                <a:ea typeface="Malgun Gothic"/>
                <a:cs typeface="Malgun Gothic"/>
              </a:defRPr>
            </a:lvl4pPr>
            <a:lvl5pPr algn="l">
              <a:defRPr sz="1650" b="0">
                <a:solidFill>
                  <a:srgbClr val="61748A"/>
                </a:solidFill>
                <a:latin typeface="Malgun Gothic"/>
                <a:ea typeface="Malgun Gothic"/>
                <a:cs typeface="Malgun Gothic"/>
              </a:defRPr>
            </a:lvl5pPr>
            <a:lvl6pPr algn="l">
              <a:defRPr sz="1650" b="0">
                <a:solidFill>
                  <a:srgbClr val="61748A"/>
                </a:solidFill>
                <a:latin typeface="Malgun Gothic"/>
                <a:ea typeface="Malgun Gothic"/>
                <a:cs typeface="Malgun Gothic"/>
              </a:defRPr>
            </a:lvl6pPr>
            <a:lvl7pPr algn="l">
              <a:defRPr sz="1650" b="0">
                <a:solidFill>
                  <a:srgbClr val="61748A"/>
                </a:solidFill>
                <a:latin typeface="Malgun Gothic"/>
                <a:ea typeface="Malgun Gothic"/>
                <a:cs typeface="Malgun Gothic"/>
              </a:defRPr>
            </a:lvl7pPr>
            <a:lvl8pPr algn="l">
              <a:defRPr sz="1650" b="0">
                <a:solidFill>
                  <a:srgbClr val="61748A"/>
                </a:solidFill>
                <a:latin typeface="Malgun Gothic"/>
                <a:ea typeface="Malgun Gothic"/>
                <a:cs typeface="Malgun Gothic"/>
              </a:defRPr>
            </a:lvl8pPr>
            <a:lvl9pPr algn="l">
              <a:defRPr sz="1650" b="0">
                <a:solidFill>
                  <a:srgbClr val="61748A"/>
                </a:solidFill>
                <a:latin typeface="Malgun Gothic"/>
                <a:ea typeface="Malgun Gothic"/>
                <a:cs typeface="Malgun Gothic"/>
              </a:defRPr>
            </a:lvl9pPr>
          </a:lstStyle>
          <a:p xmlns:a="http://schemas.openxmlformats.org/drawingml/2006/main">
            <a:pPr algn="l">
              <a:lnSpc>
                <a:spcPct val="115000"/>
              </a:lnSpc>
              <a:buNone/>
              <a:defRPr sz="1650" b="0">
                <a:solidFill>
                  <a:srgbClr val="61748A"/>
                </a:solidFill>
                <a:latin typeface="Malgun Gothic"/>
                <a:ea typeface="Malgun Gothic"/>
                <a:cs typeface="Malgun Gothic"/>
              </a:defRPr>
            </a:pPr>
            <a:r>
              <a:rPr sz="1650" b="0">
                <a:solidFill>
                  <a:srgbClr val="61748A"/>
                </a:solidFill>
                <a:latin typeface="Malgun Gothic"/>
                <a:ea typeface="Malgun Gothic"/>
                <a:cs typeface="Malgun Gothic"/>
              </a:rPr>
              <a:t>PLC 데이터를 수집하고 OPC UA·SDK 연동을 제공합니다.</a:t>
            </a:r>
          </a:p>
        </p:txBody>
      </p:sp>
      <p:sp>
        <p:nvSpPr>
          <p:cNvPr id="21" name="">
            <a:extLst xmlns:a="http://schemas.openxmlformats.org/drawingml/2006/main">
              <a:ext uri="{FF2B5EF4-FFF2-40B4-BE49-F238E27FC236}">
                <a16:creationId xmlns:a16="http://schemas.microsoft.com/office/drawing/2014/main" id="{FE2D2A8B-507A-4ADB-B8D5-A0A22F4C30EF}"/>
              </a:ext>
            </a:extLst>
          </p:cNvPr>
          <p:cNvSpPr>
            <a:spLocks xmlns:a="http://schemas.openxmlformats.org/drawingml/2006/main" noGrp="1"/>
          </p:cNvSpPr>
          <p:nvPr/>
        </p:nvSpPr>
        <p:spPr>
          <a:xfrm xmlns:a="http://schemas.openxmlformats.org/drawingml/2006/main">
            <a:off x="609600" y="292417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85AC0"/>
                </a:solidFill>
                <a:latin typeface="Malgun Gothic"/>
                <a:ea typeface="Malgun Gothic"/>
                <a:cs typeface="Malgun Gothic"/>
              </a:defRPr>
            </a:defPPr>
            <a:lvl1pPr algn="l">
              <a:defRPr sz="2250" b="1">
                <a:solidFill>
                  <a:srgbClr val="185AC0"/>
                </a:solidFill>
                <a:latin typeface="Malgun Gothic"/>
                <a:ea typeface="Malgun Gothic"/>
                <a:cs typeface="Malgun Gothic"/>
              </a:defRPr>
            </a:lvl1pPr>
            <a:lvl2pPr algn="l">
              <a:defRPr sz="2250" b="1">
                <a:solidFill>
                  <a:srgbClr val="185AC0"/>
                </a:solidFill>
                <a:latin typeface="Malgun Gothic"/>
                <a:ea typeface="Malgun Gothic"/>
                <a:cs typeface="Malgun Gothic"/>
              </a:defRPr>
            </a:lvl2pPr>
            <a:lvl3pPr algn="l">
              <a:defRPr sz="2250" b="1">
                <a:solidFill>
                  <a:srgbClr val="185AC0"/>
                </a:solidFill>
                <a:latin typeface="Malgun Gothic"/>
                <a:ea typeface="Malgun Gothic"/>
                <a:cs typeface="Malgun Gothic"/>
              </a:defRPr>
            </a:lvl3pPr>
            <a:lvl4pPr algn="l">
              <a:defRPr sz="2250" b="1">
                <a:solidFill>
                  <a:srgbClr val="185AC0"/>
                </a:solidFill>
                <a:latin typeface="Malgun Gothic"/>
                <a:ea typeface="Malgun Gothic"/>
                <a:cs typeface="Malgun Gothic"/>
              </a:defRPr>
            </a:lvl4pPr>
            <a:lvl5pPr algn="l">
              <a:defRPr sz="2250" b="1">
                <a:solidFill>
                  <a:srgbClr val="185AC0"/>
                </a:solidFill>
                <a:latin typeface="Malgun Gothic"/>
                <a:ea typeface="Malgun Gothic"/>
                <a:cs typeface="Malgun Gothic"/>
              </a:defRPr>
            </a:lvl5pPr>
            <a:lvl6pPr algn="l">
              <a:defRPr sz="2250" b="1">
                <a:solidFill>
                  <a:srgbClr val="185AC0"/>
                </a:solidFill>
                <a:latin typeface="Malgun Gothic"/>
                <a:ea typeface="Malgun Gothic"/>
                <a:cs typeface="Malgun Gothic"/>
              </a:defRPr>
            </a:lvl6pPr>
            <a:lvl7pPr algn="l">
              <a:defRPr sz="2250" b="1">
                <a:solidFill>
                  <a:srgbClr val="185AC0"/>
                </a:solidFill>
                <a:latin typeface="Malgun Gothic"/>
                <a:ea typeface="Malgun Gothic"/>
                <a:cs typeface="Malgun Gothic"/>
              </a:defRPr>
            </a:lvl7pPr>
            <a:lvl8pPr algn="l">
              <a:defRPr sz="2250" b="1">
                <a:solidFill>
                  <a:srgbClr val="185AC0"/>
                </a:solidFill>
                <a:latin typeface="Malgun Gothic"/>
                <a:ea typeface="Malgun Gothic"/>
                <a:cs typeface="Malgun Gothic"/>
              </a:defRPr>
            </a:lvl8pPr>
            <a:lvl9pPr algn="l">
              <a:defRPr sz="2250" b="1">
                <a:solidFill>
                  <a:srgbClr val="185AC0"/>
                </a:solidFill>
                <a:latin typeface="Malgun Gothic"/>
                <a:ea typeface="Malgun Gothic"/>
                <a:cs typeface="Malgun Gothic"/>
              </a:defRPr>
            </a:lvl9pPr>
          </a:lstStyle>
          <a:p xmlns:a="http://schemas.openxmlformats.org/drawingml/2006/main">
            <a:pPr algn="l">
              <a:lnSpc>
                <a:spcPct val="115000"/>
              </a:lnSpc>
              <a:buNone/>
              <a:defRPr sz="2250" b="1">
                <a:solidFill>
                  <a:srgbClr val="185AC0"/>
                </a:solidFill>
                <a:latin typeface="Malgun Gothic"/>
                <a:ea typeface="Malgun Gothic"/>
                <a:cs typeface="Malgun Gothic"/>
              </a:defRPr>
            </a:pPr>
            <a:r>
              <a:rPr sz="2250" b="1">
                <a:solidFill>
                  <a:srgbClr val="185AC0"/>
                </a:solidFill>
                <a:latin typeface="Malgun Gothic"/>
                <a:ea typeface="Malgun Gothic"/>
                <a:cs typeface="Malgun Gothic"/>
              </a:rPr>
              <a:t>JView</a:t>
            </a:r>
          </a:p>
        </p:txBody>
      </p:sp>
      <p:sp>
        <p:nvSpPr>
          <p:cNvPr id="22" name="">
            <a:extLst xmlns:a="http://schemas.openxmlformats.org/drawingml/2006/main">
              <a:ext uri="{FF2B5EF4-FFF2-40B4-BE49-F238E27FC236}">
                <a16:creationId xmlns:a16="http://schemas.microsoft.com/office/drawing/2014/main" id="{F26D6C18-9D04-4244-BFA8-A959D1C7992C}"/>
              </a:ext>
            </a:extLst>
          </p:cNvPr>
          <p:cNvSpPr>
            <a:spLocks xmlns:a="http://schemas.openxmlformats.org/drawingml/2006/main" noGrp="1"/>
          </p:cNvSpPr>
          <p:nvPr/>
        </p:nvSpPr>
        <p:spPr>
          <a:xfrm xmlns:a="http://schemas.openxmlformats.org/drawingml/2006/main">
            <a:off x="4114800" y="2924175"/>
            <a:ext cx="704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0D223F"/>
                </a:solidFill>
                <a:latin typeface="Malgun Gothic"/>
                <a:ea typeface="Malgun Gothic"/>
                <a:cs typeface="Malgun Gothic"/>
              </a:defRPr>
            </a:defPPr>
            <a:lvl1pPr algn="l">
              <a:defRPr sz="1875" b="1">
                <a:solidFill>
                  <a:srgbClr val="0D223F"/>
                </a:solidFill>
                <a:latin typeface="Malgun Gothic"/>
                <a:ea typeface="Malgun Gothic"/>
                <a:cs typeface="Malgun Gothic"/>
              </a:defRPr>
            </a:lvl1pPr>
            <a:lvl2pPr algn="l">
              <a:defRPr sz="1875" b="1">
                <a:solidFill>
                  <a:srgbClr val="0D223F"/>
                </a:solidFill>
                <a:latin typeface="Malgun Gothic"/>
                <a:ea typeface="Malgun Gothic"/>
                <a:cs typeface="Malgun Gothic"/>
              </a:defRPr>
            </a:lvl2pPr>
            <a:lvl3pPr algn="l">
              <a:defRPr sz="1875" b="1">
                <a:solidFill>
                  <a:srgbClr val="0D223F"/>
                </a:solidFill>
                <a:latin typeface="Malgun Gothic"/>
                <a:ea typeface="Malgun Gothic"/>
                <a:cs typeface="Malgun Gothic"/>
              </a:defRPr>
            </a:lvl3pPr>
            <a:lvl4pPr algn="l">
              <a:defRPr sz="1875" b="1">
                <a:solidFill>
                  <a:srgbClr val="0D223F"/>
                </a:solidFill>
                <a:latin typeface="Malgun Gothic"/>
                <a:ea typeface="Malgun Gothic"/>
                <a:cs typeface="Malgun Gothic"/>
              </a:defRPr>
            </a:lvl4pPr>
            <a:lvl5pPr algn="l">
              <a:defRPr sz="1875" b="1">
                <a:solidFill>
                  <a:srgbClr val="0D223F"/>
                </a:solidFill>
                <a:latin typeface="Malgun Gothic"/>
                <a:ea typeface="Malgun Gothic"/>
                <a:cs typeface="Malgun Gothic"/>
              </a:defRPr>
            </a:lvl5pPr>
            <a:lvl6pPr algn="l">
              <a:defRPr sz="1875" b="1">
                <a:solidFill>
                  <a:srgbClr val="0D223F"/>
                </a:solidFill>
                <a:latin typeface="Malgun Gothic"/>
                <a:ea typeface="Malgun Gothic"/>
                <a:cs typeface="Malgun Gothic"/>
              </a:defRPr>
            </a:lvl6pPr>
            <a:lvl7pPr algn="l">
              <a:defRPr sz="1875" b="1">
                <a:solidFill>
                  <a:srgbClr val="0D223F"/>
                </a:solidFill>
                <a:latin typeface="Malgun Gothic"/>
                <a:ea typeface="Malgun Gothic"/>
                <a:cs typeface="Malgun Gothic"/>
              </a:defRPr>
            </a:lvl7pPr>
            <a:lvl8pPr algn="l">
              <a:defRPr sz="1875" b="1">
                <a:solidFill>
                  <a:srgbClr val="0D223F"/>
                </a:solidFill>
                <a:latin typeface="Malgun Gothic"/>
                <a:ea typeface="Malgun Gothic"/>
                <a:cs typeface="Malgun Gothic"/>
              </a:defRPr>
            </a:lvl8pPr>
            <a:lvl9pPr algn="l">
              <a:defRPr sz="1875" b="1">
                <a:solidFill>
                  <a:srgbClr val="0D223F"/>
                </a:solidFill>
                <a:latin typeface="Malgun Gothic"/>
                <a:ea typeface="Malgun Gothic"/>
                <a:cs typeface="Malgun Gothic"/>
              </a:defRPr>
            </a:lvl9pPr>
          </a:lstStyle>
          <a:p xmlns:a="http://schemas.openxmlformats.org/drawingml/2006/main">
            <a:pPr algn="l">
              <a:lnSpc>
                <a:spcPct val="115000"/>
              </a:lnSpc>
              <a:buNone/>
              <a:defRPr sz="1875" b="1">
                <a:solidFill>
                  <a:srgbClr val="0D223F"/>
                </a:solidFill>
                <a:latin typeface="Malgun Gothic"/>
                <a:ea typeface="Malgun Gothic"/>
                <a:cs typeface="Malgun Gothic"/>
              </a:defRPr>
            </a:pPr>
            <a:r>
              <a:rPr sz="1875" b="1">
                <a:solidFill>
                  <a:srgbClr val="0D223F"/>
                </a:solidFill>
                <a:latin typeface="Malgun Gothic"/>
                <a:ea typeface="Malgun Gothic"/>
                <a:cs typeface="Malgun Gothic"/>
              </a:rPr>
              <a:t>웹 SCADA / HMI</a:t>
            </a:r>
          </a:p>
        </p:txBody>
      </p:sp>
      <p:sp>
        <p:nvSpPr>
          <p:cNvPr id="23" name="">
            <a:extLst xmlns:a="http://schemas.openxmlformats.org/drawingml/2006/main">
              <a:ext uri="{FF2B5EF4-FFF2-40B4-BE49-F238E27FC236}">
                <a16:creationId xmlns:a16="http://schemas.microsoft.com/office/drawing/2014/main" id="{ABB0D05B-583B-4152-87AB-1F48B895F393}"/>
              </a:ext>
            </a:extLst>
          </p:cNvPr>
          <p:cNvSpPr>
            <a:spLocks xmlns:a="http://schemas.openxmlformats.org/drawingml/2006/main" noGrp="1"/>
          </p:cNvSpPr>
          <p:nvPr/>
        </p:nvSpPr>
        <p:spPr>
          <a:xfrm xmlns:a="http://schemas.openxmlformats.org/drawingml/2006/main">
            <a:off x="4114800" y="3276600"/>
            <a:ext cx="7086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1748A"/>
                </a:solidFill>
                <a:latin typeface="Malgun Gothic"/>
                <a:ea typeface="Malgun Gothic"/>
                <a:cs typeface="Malgun Gothic"/>
              </a:defRPr>
            </a:defPPr>
            <a:lvl1pPr algn="l">
              <a:defRPr sz="1650" b="0">
                <a:solidFill>
                  <a:srgbClr val="61748A"/>
                </a:solidFill>
                <a:latin typeface="Malgun Gothic"/>
                <a:ea typeface="Malgun Gothic"/>
                <a:cs typeface="Malgun Gothic"/>
              </a:defRPr>
            </a:lvl1pPr>
            <a:lvl2pPr algn="l">
              <a:defRPr sz="1650" b="0">
                <a:solidFill>
                  <a:srgbClr val="61748A"/>
                </a:solidFill>
                <a:latin typeface="Malgun Gothic"/>
                <a:ea typeface="Malgun Gothic"/>
                <a:cs typeface="Malgun Gothic"/>
              </a:defRPr>
            </a:lvl2pPr>
            <a:lvl3pPr algn="l">
              <a:defRPr sz="1650" b="0">
                <a:solidFill>
                  <a:srgbClr val="61748A"/>
                </a:solidFill>
                <a:latin typeface="Malgun Gothic"/>
                <a:ea typeface="Malgun Gothic"/>
                <a:cs typeface="Malgun Gothic"/>
              </a:defRPr>
            </a:lvl3pPr>
            <a:lvl4pPr algn="l">
              <a:defRPr sz="1650" b="0">
                <a:solidFill>
                  <a:srgbClr val="61748A"/>
                </a:solidFill>
                <a:latin typeface="Malgun Gothic"/>
                <a:ea typeface="Malgun Gothic"/>
                <a:cs typeface="Malgun Gothic"/>
              </a:defRPr>
            </a:lvl4pPr>
            <a:lvl5pPr algn="l">
              <a:defRPr sz="1650" b="0">
                <a:solidFill>
                  <a:srgbClr val="61748A"/>
                </a:solidFill>
                <a:latin typeface="Malgun Gothic"/>
                <a:ea typeface="Malgun Gothic"/>
                <a:cs typeface="Malgun Gothic"/>
              </a:defRPr>
            </a:lvl5pPr>
            <a:lvl6pPr algn="l">
              <a:defRPr sz="1650" b="0">
                <a:solidFill>
                  <a:srgbClr val="61748A"/>
                </a:solidFill>
                <a:latin typeface="Malgun Gothic"/>
                <a:ea typeface="Malgun Gothic"/>
                <a:cs typeface="Malgun Gothic"/>
              </a:defRPr>
            </a:lvl6pPr>
            <a:lvl7pPr algn="l">
              <a:defRPr sz="1650" b="0">
                <a:solidFill>
                  <a:srgbClr val="61748A"/>
                </a:solidFill>
                <a:latin typeface="Malgun Gothic"/>
                <a:ea typeface="Malgun Gothic"/>
                <a:cs typeface="Malgun Gothic"/>
              </a:defRPr>
            </a:lvl7pPr>
            <a:lvl8pPr algn="l">
              <a:defRPr sz="1650" b="0">
                <a:solidFill>
                  <a:srgbClr val="61748A"/>
                </a:solidFill>
                <a:latin typeface="Malgun Gothic"/>
                <a:ea typeface="Malgun Gothic"/>
                <a:cs typeface="Malgun Gothic"/>
              </a:defRPr>
            </a:lvl8pPr>
            <a:lvl9pPr algn="l">
              <a:defRPr sz="1650" b="0">
                <a:solidFill>
                  <a:srgbClr val="61748A"/>
                </a:solidFill>
                <a:latin typeface="Malgun Gothic"/>
                <a:ea typeface="Malgun Gothic"/>
                <a:cs typeface="Malgun Gothic"/>
              </a:defRPr>
            </a:lvl9pPr>
          </a:lstStyle>
          <a:p xmlns:a="http://schemas.openxmlformats.org/drawingml/2006/main">
            <a:pPr algn="l">
              <a:lnSpc>
                <a:spcPct val="115000"/>
              </a:lnSpc>
              <a:buNone/>
              <a:defRPr sz="1650" b="0">
                <a:solidFill>
                  <a:srgbClr val="61748A"/>
                </a:solidFill>
                <a:latin typeface="Malgun Gothic"/>
                <a:ea typeface="Malgun Gothic"/>
                <a:cs typeface="Malgun Gothic"/>
              </a:defRPr>
            </a:pPr>
            <a:r>
              <a:rPr sz="1650" b="0">
                <a:solidFill>
                  <a:srgbClr val="61748A"/>
                </a:solidFill>
                <a:latin typeface="Malgun Gothic"/>
                <a:ea typeface="Malgun Gothic"/>
                <a:cs typeface="Malgun Gothic"/>
              </a:rPr>
              <a:t>Designer와 Runtime을 웹에서 사용해 운영 화면을 구성합니다.</a:t>
            </a:r>
          </a:p>
        </p:txBody>
      </p:sp>
      <p:sp>
        <p:nvSpPr>
          <p:cNvPr id="24" name="">
            <a:extLst xmlns:a="http://schemas.openxmlformats.org/drawingml/2006/main">
              <a:ext uri="{FF2B5EF4-FFF2-40B4-BE49-F238E27FC236}">
                <a16:creationId xmlns:a16="http://schemas.microsoft.com/office/drawing/2014/main" id="{ED52F96A-FCE5-4983-93C9-F1FA2285C402}"/>
              </a:ext>
            </a:extLst>
          </p:cNvPr>
          <p:cNvSpPr>
            <a:spLocks xmlns:a="http://schemas.openxmlformats.org/drawingml/2006/main" noGrp="1"/>
          </p:cNvSpPr>
          <p:nvPr/>
        </p:nvSpPr>
        <p:spPr>
          <a:xfrm xmlns:a="http://schemas.openxmlformats.org/drawingml/2006/main">
            <a:off x="609600" y="373380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85AC0"/>
                </a:solidFill>
                <a:latin typeface="Malgun Gothic"/>
                <a:ea typeface="Malgun Gothic"/>
                <a:cs typeface="Malgun Gothic"/>
              </a:defRPr>
            </a:defPPr>
            <a:lvl1pPr algn="l">
              <a:defRPr sz="2250" b="1">
                <a:solidFill>
                  <a:srgbClr val="185AC0"/>
                </a:solidFill>
                <a:latin typeface="Malgun Gothic"/>
                <a:ea typeface="Malgun Gothic"/>
                <a:cs typeface="Malgun Gothic"/>
              </a:defRPr>
            </a:lvl1pPr>
            <a:lvl2pPr algn="l">
              <a:defRPr sz="2250" b="1">
                <a:solidFill>
                  <a:srgbClr val="185AC0"/>
                </a:solidFill>
                <a:latin typeface="Malgun Gothic"/>
                <a:ea typeface="Malgun Gothic"/>
                <a:cs typeface="Malgun Gothic"/>
              </a:defRPr>
            </a:lvl2pPr>
            <a:lvl3pPr algn="l">
              <a:defRPr sz="2250" b="1">
                <a:solidFill>
                  <a:srgbClr val="185AC0"/>
                </a:solidFill>
                <a:latin typeface="Malgun Gothic"/>
                <a:ea typeface="Malgun Gothic"/>
                <a:cs typeface="Malgun Gothic"/>
              </a:defRPr>
            </a:lvl3pPr>
            <a:lvl4pPr algn="l">
              <a:defRPr sz="2250" b="1">
                <a:solidFill>
                  <a:srgbClr val="185AC0"/>
                </a:solidFill>
                <a:latin typeface="Malgun Gothic"/>
                <a:ea typeface="Malgun Gothic"/>
                <a:cs typeface="Malgun Gothic"/>
              </a:defRPr>
            </a:lvl4pPr>
            <a:lvl5pPr algn="l">
              <a:defRPr sz="2250" b="1">
                <a:solidFill>
                  <a:srgbClr val="185AC0"/>
                </a:solidFill>
                <a:latin typeface="Malgun Gothic"/>
                <a:ea typeface="Malgun Gothic"/>
                <a:cs typeface="Malgun Gothic"/>
              </a:defRPr>
            </a:lvl5pPr>
            <a:lvl6pPr algn="l">
              <a:defRPr sz="2250" b="1">
                <a:solidFill>
                  <a:srgbClr val="185AC0"/>
                </a:solidFill>
                <a:latin typeface="Malgun Gothic"/>
                <a:ea typeface="Malgun Gothic"/>
                <a:cs typeface="Malgun Gothic"/>
              </a:defRPr>
            </a:lvl6pPr>
            <a:lvl7pPr algn="l">
              <a:defRPr sz="2250" b="1">
                <a:solidFill>
                  <a:srgbClr val="185AC0"/>
                </a:solidFill>
                <a:latin typeface="Malgun Gothic"/>
                <a:ea typeface="Malgun Gothic"/>
                <a:cs typeface="Malgun Gothic"/>
              </a:defRPr>
            </a:lvl7pPr>
            <a:lvl8pPr algn="l">
              <a:defRPr sz="2250" b="1">
                <a:solidFill>
                  <a:srgbClr val="185AC0"/>
                </a:solidFill>
                <a:latin typeface="Malgun Gothic"/>
                <a:ea typeface="Malgun Gothic"/>
                <a:cs typeface="Malgun Gothic"/>
              </a:defRPr>
            </a:lvl8pPr>
            <a:lvl9pPr algn="l">
              <a:defRPr sz="2250" b="1">
                <a:solidFill>
                  <a:srgbClr val="185AC0"/>
                </a:solidFill>
                <a:latin typeface="Malgun Gothic"/>
                <a:ea typeface="Malgun Gothic"/>
                <a:cs typeface="Malgun Gothic"/>
              </a:defRPr>
            </a:lvl9pPr>
          </a:lstStyle>
          <a:p xmlns:a="http://schemas.openxmlformats.org/drawingml/2006/main">
            <a:pPr algn="l">
              <a:lnSpc>
                <a:spcPct val="115000"/>
              </a:lnSpc>
              <a:buNone/>
              <a:defRPr sz="2250" b="1">
                <a:solidFill>
                  <a:srgbClr val="185AC0"/>
                </a:solidFill>
                <a:latin typeface="Malgun Gothic"/>
                <a:ea typeface="Malgun Gothic"/>
                <a:cs typeface="Malgun Gothic"/>
              </a:defRPr>
            </a:pPr>
            <a:r>
              <a:rPr sz="2250" b="1">
                <a:solidFill>
                  <a:srgbClr val="185AC0"/>
                </a:solidFill>
                <a:latin typeface="Malgun Gothic"/>
                <a:ea typeface="Malgun Gothic"/>
                <a:cs typeface="Malgun Gothic"/>
              </a:rPr>
              <a:t>PLC Simulator</a:t>
            </a:r>
          </a:p>
        </p:txBody>
      </p:sp>
      <p:sp>
        <p:nvSpPr>
          <p:cNvPr id="25" name="">
            <a:extLst xmlns:a="http://schemas.openxmlformats.org/drawingml/2006/main">
              <a:ext uri="{FF2B5EF4-FFF2-40B4-BE49-F238E27FC236}">
                <a16:creationId xmlns:a16="http://schemas.microsoft.com/office/drawing/2014/main" id="{4663D214-6EF4-4C99-A1D7-B013D2EBBB11}"/>
              </a:ext>
            </a:extLst>
          </p:cNvPr>
          <p:cNvSpPr>
            <a:spLocks xmlns:a="http://schemas.openxmlformats.org/drawingml/2006/main" noGrp="1"/>
          </p:cNvSpPr>
          <p:nvPr/>
        </p:nvSpPr>
        <p:spPr>
          <a:xfrm xmlns:a="http://schemas.openxmlformats.org/drawingml/2006/main">
            <a:off x="4114800" y="3733800"/>
            <a:ext cx="704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0D223F"/>
                </a:solidFill>
                <a:latin typeface="Malgun Gothic"/>
                <a:ea typeface="Malgun Gothic"/>
                <a:cs typeface="Malgun Gothic"/>
              </a:defRPr>
            </a:defPPr>
            <a:lvl1pPr algn="l">
              <a:defRPr sz="1875" b="1">
                <a:solidFill>
                  <a:srgbClr val="0D223F"/>
                </a:solidFill>
                <a:latin typeface="Malgun Gothic"/>
                <a:ea typeface="Malgun Gothic"/>
                <a:cs typeface="Malgun Gothic"/>
              </a:defRPr>
            </a:lvl1pPr>
            <a:lvl2pPr algn="l">
              <a:defRPr sz="1875" b="1">
                <a:solidFill>
                  <a:srgbClr val="0D223F"/>
                </a:solidFill>
                <a:latin typeface="Malgun Gothic"/>
                <a:ea typeface="Malgun Gothic"/>
                <a:cs typeface="Malgun Gothic"/>
              </a:defRPr>
            </a:lvl2pPr>
            <a:lvl3pPr algn="l">
              <a:defRPr sz="1875" b="1">
                <a:solidFill>
                  <a:srgbClr val="0D223F"/>
                </a:solidFill>
                <a:latin typeface="Malgun Gothic"/>
                <a:ea typeface="Malgun Gothic"/>
                <a:cs typeface="Malgun Gothic"/>
              </a:defRPr>
            </a:lvl3pPr>
            <a:lvl4pPr algn="l">
              <a:defRPr sz="1875" b="1">
                <a:solidFill>
                  <a:srgbClr val="0D223F"/>
                </a:solidFill>
                <a:latin typeface="Malgun Gothic"/>
                <a:ea typeface="Malgun Gothic"/>
                <a:cs typeface="Malgun Gothic"/>
              </a:defRPr>
            </a:lvl4pPr>
            <a:lvl5pPr algn="l">
              <a:defRPr sz="1875" b="1">
                <a:solidFill>
                  <a:srgbClr val="0D223F"/>
                </a:solidFill>
                <a:latin typeface="Malgun Gothic"/>
                <a:ea typeface="Malgun Gothic"/>
                <a:cs typeface="Malgun Gothic"/>
              </a:defRPr>
            </a:lvl5pPr>
            <a:lvl6pPr algn="l">
              <a:defRPr sz="1875" b="1">
                <a:solidFill>
                  <a:srgbClr val="0D223F"/>
                </a:solidFill>
                <a:latin typeface="Malgun Gothic"/>
                <a:ea typeface="Malgun Gothic"/>
                <a:cs typeface="Malgun Gothic"/>
              </a:defRPr>
            </a:lvl6pPr>
            <a:lvl7pPr algn="l">
              <a:defRPr sz="1875" b="1">
                <a:solidFill>
                  <a:srgbClr val="0D223F"/>
                </a:solidFill>
                <a:latin typeface="Malgun Gothic"/>
                <a:ea typeface="Malgun Gothic"/>
                <a:cs typeface="Malgun Gothic"/>
              </a:defRPr>
            </a:lvl7pPr>
            <a:lvl8pPr algn="l">
              <a:defRPr sz="1875" b="1">
                <a:solidFill>
                  <a:srgbClr val="0D223F"/>
                </a:solidFill>
                <a:latin typeface="Malgun Gothic"/>
                <a:ea typeface="Malgun Gothic"/>
                <a:cs typeface="Malgun Gothic"/>
              </a:defRPr>
            </a:lvl8pPr>
            <a:lvl9pPr algn="l">
              <a:defRPr sz="1875" b="1">
                <a:solidFill>
                  <a:srgbClr val="0D223F"/>
                </a:solidFill>
                <a:latin typeface="Malgun Gothic"/>
                <a:ea typeface="Malgun Gothic"/>
                <a:cs typeface="Malgun Gothic"/>
              </a:defRPr>
            </a:lvl9pPr>
          </a:lstStyle>
          <a:p xmlns:a="http://schemas.openxmlformats.org/drawingml/2006/main">
            <a:pPr algn="l">
              <a:lnSpc>
                <a:spcPct val="115000"/>
              </a:lnSpc>
              <a:buNone/>
              <a:defRPr sz="1875" b="1">
                <a:solidFill>
                  <a:srgbClr val="0D223F"/>
                </a:solidFill>
                <a:latin typeface="Malgun Gothic"/>
                <a:ea typeface="Malgun Gothic"/>
                <a:cs typeface="Malgun Gothic"/>
              </a:defRPr>
            </a:pPr>
            <a:r>
              <a:rPr sz="1875" b="1">
                <a:solidFill>
                  <a:srgbClr val="0D223F"/>
                </a:solidFill>
                <a:latin typeface="Malgun Gothic"/>
                <a:ea typeface="Malgun Gothic"/>
                <a:cs typeface="Malgun Gothic"/>
              </a:rPr>
              <a:t>가상 PLC 통신 테스트</a:t>
            </a:r>
          </a:p>
        </p:txBody>
      </p:sp>
      <p:sp>
        <p:nvSpPr>
          <p:cNvPr id="26" name="">
            <a:extLst xmlns:a="http://schemas.openxmlformats.org/drawingml/2006/main">
              <a:ext uri="{FF2B5EF4-FFF2-40B4-BE49-F238E27FC236}">
                <a16:creationId xmlns:a16="http://schemas.microsoft.com/office/drawing/2014/main" id="{BF34DCF4-125D-4042-893A-E352D8BB35E5}"/>
              </a:ext>
            </a:extLst>
          </p:cNvPr>
          <p:cNvSpPr>
            <a:spLocks xmlns:a="http://schemas.openxmlformats.org/drawingml/2006/main" noGrp="1"/>
          </p:cNvSpPr>
          <p:nvPr/>
        </p:nvSpPr>
        <p:spPr>
          <a:xfrm xmlns:a="http://schemas.openxmlformats.org/drawingml/2006/main">
            <a:off x="4114800" y="4086225"/>
            <a:ext cx="7086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1748A"/>
                </a:solidFill>
                <a:latin typeface="Malgun Gothic"/>
                <a:ea typeface="Malgun Gothic"/>
                <a:cs typeface="Malgun Gothic"/>
              </a:defRPr>
            </a:defPPr>
            <a:lvl1pPr algn="l">
              <a:defRPr sz="1650" b="0">
                <a:solidFill>
                  <a:srgbClr val="61748A"/>
                </a:solidFill>
                <a:latin typeface="Malgun Gothic"/>
                <a:ea typeface="Malgun Gothic"/>
                <a:cs typeface="Malgun Gothic"/>
              </a:defRPr>
            </a:lvl1pPr>
            <a:lvl2pPr algn="l">
              <a:defRPr sz="1650" b="0">
                <a:solidFill>
                  <a:srgbClr val="61748A"/>
                </a:solidFill>
                <a:latin typeface="Malgun Gothic"/>
                <a:ea typeface="Malgun Gothic"/>
                <a:cs typeface="Malgun Gothic"/>
              </a:defRPr>
            </a:lvl2pPr>
            <a:lvl3pPr algn="l">
              <a:defRPr sz="1650" b="0">
                <a:solidFill>
                  <a:srgbClr val="61748A"/>
                </a:solidFill>
                <a:latin typeface="Malgun Gothic"/>
                <a:ea typeface="Malgun Gothic"/>
                <a:cs typeface="Malgun Gothic"/>
              </a:defRPr>
            </a:lvl3pPr>
            <a:lvl4pPr algn="l">
              <a:defRPr sz="1650" b="0">
                <a:solidFill>
                  <a:srgbClr val="61748A"/>
                </a:solidFill>
                <a:latin typeface="Malgun Gothic"/>
                <a:ea typeface="Malgun Gothic"/>
                <a:cs typeface="Malgun Gothic"/>
              </a:defRPr>
            </a:lvl4pPr>
            <a:lvl5pPr algn="l">
              <a:defRPr sz="1650" b="0">
                <a:solidFill>
                  <a:srgbClr val="61748A"/>
                </a:solidFill>
                <a:latin typeface="Malgun Gothic"/>
                <a:ea typeface="Malgun Gothic"/>
                <a:cs typeface="Malgun Gothic"/>
              </a:defRPr>
            </a:lvl5pPr>
            <a:lvl6pPr algn="l">
              <a:defRPr sz="1650" b="0">
                <a:solidFill>
                  <a:srgbClr val="61748A"/>
                </a:solidFill>
                <a:latin typeface="Malgun Gothic"/>
                <a:ea typeface="Malgun Gothic"/>
                <a:cs typeface="Malgun Gothic"/>
              </a:defRPr>
            </a:lvl6pPr>
            <a:lvl7pPr algn="l">
              <a:defRPr sz="1650" b="0">
                <a:solidFill>
                  <a:srgbClr val="61748A"/>
                </a:solidFill>
                <a:latin typeface="Malgun Gothic"/>
                <a:ea typeface="Malgun Gothic"/>
                <a:cs typeface="Malgun Gothic"/>
              </a:defRPr>
            </a:lvl7pPr>
            <a:lvl8pPr algn="l">
              <a:defRPr sz="1650" b="0">
                <a:solidFill>
                  <a:srgbClr val="61748A"/>
                </a:solidFill>
                <a:latin typeface="Malgun Gothic"/>
                <a:ea typeface="Malgun Gothic"/>
                <a:cs typeface="Malgun Gothic"/>
              </a:defRPr>
            </a:lvl8pPr>
            <a:lvl9pPr algn="l">
              <a:defRPr sz="1650" b="0">
                <a:solidFill>
                  <a:srgbClr val="61748A"/>
                </a:solidFill>
                <a:latin typeface="Malgun Gothic"/>
                <a:ea typeface="Malgun Gothic"/>
                <a:cs typeface="Malgun Gothic"/>
              </a:defRPr>
            </a:lvl9pPr>
          </a:lstStyle>
          <a:p xmlns:a="http://schemas.openxmlformats.org/drawingml/2006/main">
            <a:pPr algn="l">
              <a:lnSpc>
                <a:spcPct val="115000"/>
              </a:lnSpc>
              <a:buNone/>
              <a:defRPr sz="1650" b="0">
                <a:solidFill>
                  <a:srgbClr val="61748A"/>
                </a:solidFill>
                <a:latin typeface="Malgun Gothic"/>
                <a:ea typeface="Malgun Gothic"/>
                <a:cs typeface="Malgun Gothic"/>
              </a:defRPr>
            </a:pPr>
            <a:r>
              <a:rPr sz="1650" b="0">
                <a:solidFill>
                  <a:srgbClr val="61748A"/>
                </a:solidFill>
                <a:latin typeface="Malgun Gothic"/>
                <a:ea typeface="Malgun Gothic"/>
                <a:cs typeface="Malgun Gothic"/>
              </a:rPr>
              <a:t>실제 장비 연결 전 통신과 메모리·태그 동작을 시험합니다.</a:t>
            </a:r>
          </a:p>
        </p:txBody>
      </p:sp>
      <p:sp>
        <p:nvSpPr>
          <p:cNvPr id="27" name="">
            <a:extLst xmlns:a="http://schemas.openxmlformats.org/drawingml/2006/main">
              <a:ext uri="{FF2B5EF4-FFF2-40B4-BE49-F238E27FC236}">
                <a16:creationId xmlns:a16="http://schemas.microsoft.com/office/drawing/2014/main" id="{D5D50860-0021-4D75-9867-256EF8D01105}"/>
              </a:ext>
            </a:extLst>
          </p:cNvPr>
          <p:cNvSpPr>
            <a:spLocks xmlns:a="http://schemas.openxmlformats.org/drawingml/2006/main" noGrp="1"/>
          </p:cNvSpPr>
          <p:nvPr/>
        </p:nvSpPr>
        <p:spPr>
          <a:xfrm xmlns:a="http://schemas.openxmlformats.org/drawingml/2006/main">
            <a:off x="609600" y="454342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85AC0"/>
                </a:solidFill>
                <a:latin typeface="Malgun Gothic"/>
                <a:ea typeface="Malgun Gothic"/>
                <a:cs typeface="Malgun Gothic"/>
              </a:defRPr>
            </a:defPPr>
            <a:lvl1pPr algn="l">
              <a:defRPr sz="2250" b="1">
                <a:solidFill>
                  <a:srgbClr val="185AC0"/>
                </a:solidFill>
                <a:latin typeface="Malgun Gothic"/>
                <a:ea typeface="Malgun Gothic"/>
                <a:cs typeface="Malgun Gothic"/>
              </a:defRPr>
            </a:lvl1pPr>
            <a:lvl2pPr algn="l">
              <a:defRPr sz="2250" b="1">
                <a:solidFill>
                  <a:srgbClr val="185AC0"/>
                </a:solidFill>
                <a:latin typeface="Malgun Gothic"/>
                <a:ea typeface="Malgun Gothic"/>
                <a:cs typeface="Malgun Gothic"/>
              </a:defRPr>
            </a:lvl2pPr>
            <a:lvl3pPr algn="l">
              <a:defRPr sz="2250" b="1">
                <a:solidFill>
                  <a:srgbClr val="185AC0"/>
                </a:solidFill>
                <a:latin typeface="Malgun Gothic"/>
                <a:ea typeface="Malgun Gothic"/>
                <a:cs typeface="Malgun Gothic"/>
              </a:defRPr>
            </a:lvl3pPr>
            <a:lvl4pPr algn="l">
              <a:defRPr sz="2250" b="1">
                <a:solidFill>
                  <a:srgbClr val="185AC0"/>
                </a:solidFill>
                <a:latin typeface="Malgun Gothic"/>
                <a:ea typeface="Malgun Gothic"/>
                <a:cs typeface="Malgun Gothic"/>
              </a:defRPr>
            </a:lvl4pPr>
            <a:lvl5pPr algn="l">
              <a:defRPr sz="2250" b="1">
                <a:solidFill>
                  <a:srgbClr val="185AC0"/>
                </a:solidFill>
                <a:latin typeface="Malgun Gothic"/>
                <a:ea typeface="Malgun Gothic"/>
                <a:cs typeface="Malgun Gothic"/>
              </a:defRPr>
            </a:lvl5pPr>
            <a:lvl6pPr algn="l">
              <a:defRPr sz="2250" b="1">
                <a:solidFill>
                  <a:srgbClr val="185AC0"/>
                </a:solidFill>
                <a:latin typeface="Malgun Gothic"/>
                <a:ea typeface="Malgun Gothic"/>
                <a:cs typeface="Malgun Gothic"/>
              </a:defRPr>
            </a:lvl6pPr>
            <a:lvl7pPr algn="l">
              <a:defRPr sz="2250" b="1">
                <a:solidFill>
                  <a:srgbClr val="185AC0"/>
                </a:solidFill>
                <a:latin typeface="Malgun Gothic"/>
                <a:ea typeface="Malgun Gothic"/>
                <a:cs typeface="Malgun Gothic"/>
              </a:defRPr>
            </a:lvl7pPr>
            <a:lvl8pPr algn="l">
              <a:defRPr sz="2250" b="1">
                <a:solidFill>
                  <a:srgbClr val="185AC0"/>
                </a:solidFill>
                <a:latin typeface="Malgun Gothic"/>
                <a:ea typeface="Malgun Gothic"/>
                <a:cs typeface="Malgun Gothic"/>
              </a:defRPr>
            </a:lvl8pPr>
            <a:lvl9pPr algn="l">
              <a:defRPr sz="2250" b="1">
                <a:solidFill>
                  <a:srgbClr val="185AC0"/>
                </a:solidFill>
                <a:latin typeface="Malgun Gothic"/>
                <a:ea typeface="Malgun Gothic"/>
                <a:cs typeface="Malgun Gothic"/>
              </a:defRPr>
            </a:lvl9pPr>
          </a:lstStyle>
          <a:p xmlns:a="http://schemas.openxmlformats.org/drawingml/2006/main">
            <a:pPr algn="l">
              <a:lnSpc>
                <a:spcPct val="115000"/>
              </a:lnSpc>
              <a:buNone/>
              <a:defRPr sz="2250" b="1">
                <a:solidFill>
                  <a:srgbClr val="185AC0"/>
                </a:solidFill>
                <a:latin typeface="Malgun Gothic"/>
                <a:ea typeface="Malgun Gothic"/>
                <a:cs typeface="Malgun Gothic"/>
              </a:defRPr>
            </a:pPr>
            <a:r>
              <a:rPr sz="2250" b="1">
                <a:solidFill>
                  <a:srgbClr val="185AC0"/>
                </a:solidFill>
                <a:latin typeface="Malgun Gothic"/>
                <a:ea typeface="Malgun Gothic"/>
                <a:cs typeface="Malgun Gothic"/>
              </a:rPr>
              <a:t>JSolution</a:t>
            </a:r>
          </a:p>
        </p:txBody>
      </p:sp>
      <p:sp>
        <p:nvSpPr>
          <p:cNvPr id="28" name="">
            <a:extLst xmlns:a="http://schemas.openxmlformats.org/drawingml/2006/main">
              <a:ext uri="{FF2B5EF4-FFF2-40B4-BE49-F238E27FC236}">
                <a16:creationId xmlns:a16="http://schemas.microsoft.com/office/drawing/2014/main" id="{3DF18192-97D7-4405-A31F-71F41B0AF423}"/>
              </a:ext>
            </a:extLst>
          </p:cNvPr>
          <p:cNvSpPr>
            <a:spLocks xmlns:a="http://schemas.openxmlformats.org/drawingml/2006/main" noGrp="1"/>
          </p:cNvSpPr>
          <p:nvPr/>
        </p:nvSpPr>
        <p:spPr>
          <a:xfrm xmlns:a="http://schemas.openxmlformats.org/drawingml/2006/main">
            <a:off x="4114800" y="4543425"/>
            <a:ext cx="704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0D223F"/>
                </a:solidFill>
                <a:latin typeface="Malgun Gothic"/>
                <a:ea typeface="Malgun Gothic"/>
                <a:cs typeface="Malgun Gothic"/>
              </a:defRPr>
            </a:defPPr>
            <a:lvl1pPr algn="l">
              <a:defRPr sz="1875" b="1">
                <a:solidFill>
                  <a:srgbClr val="0D223F"/>
                </a:solidFill>
                <a:latin typeface="Malgun Gothic"/>
                <a:ea typeface="Malgun Gothic"/>
                <a:cs typeface="Malgun Gothic"/>
              </a:defRPr>
            </a:lvl1pPr>
            <a:lvl2pPr algn="l">
              <a:defRPr sz="1875" b="1">
                <a:solidFill>
                  <a:srgbClr val="0D223F"/>
                </a:solidFill>
                <a:latin typeface="Malgun Gothic"/>
                <a:ea typeface="Malgun Gothic"/>
                <a:cs typeface="Malgun Gothic"/>
              </a:defRPr>
            </a:lvl2pPr>
            <a:lvl3pPr algn="l">
              <a:defRPr sz="1875" b="1">
                <a:solidFill>
                  <a:srgbClr val="0D223F"/>
                </a:solidFill>
                <a:latin typeface="Malgun Gothic"/>
                <a:ea typeface="Malgun Gothic"/>
                <a:cs typeface="Malgun Gothic"/>
              </a:defRPr>
            </a:lvl3pPr>
            <a:lvl4pPr algn="l">
              <a:defRPr sz="1875" b="1">
                <a:solidFill>
                  <a:srgbClr val="0D223F"/>
                </a:solidFill>
                <a:latin typeface="Malgun Gothic"/>
                <a:ea typeface="Malgun Gothic"/>
                <a:cs typeface="Malgun Gothic"/>
              </a:defRPr>
            </a:lvl4pPr>
            <a:lvl5pPr algn="l">
              <a:defRPr sz="1875" b="1">
                <a:solidFill>
                  <a:srgbClr val="0D223F"/>
                </a:solidFill>
                <a:latin typeface="Malgun Gothic"/>
                <a:ea typeface="Malgun Gothic"/>
                <a:cs typeface="Malgun Gothic"/>
              </a:defRPr>
            </a:lvl5pPr>
            <a:lvl6pPr algn="l">
              <a:defRPr sz="1875" b="1">
                <a:solidFill>
                  <a:srgbClr val="0D223F"/>
                </a:solidFill>
                <a:latin typeface="Malgun Gothic"/>
                <a:ea typeface="Malgun Gothic"/>
                <a:cs typeface="Malgun Gothic"/>
              </a:defRPr>
            </a:lvl6pPr>
            <a:lvl7pPr algn="l">
              <a:defRPr sz="1875" b="1">
                <a:solidFill>
                  <a:srgbClr val="0D223F"/>
                </a:solidFill>
                <a:latin typeface="Malgun Gothic"/>
                <a:ea typeface="Malgun Gothic"/>
                <a:cs typeface="Malgun Gothic"/>
              </a:defRPr>
            </a:lvl7pPr>
            <a:lvl8pPr algn="l">
              <a:defRPr sz="1875" b="1">
                <a:solidFill>
                  <a:srgbClr val="0D223F"/>
                </a:solidFill>
                <a:latin typeface="Malgun Gothic"/>
                <a:ea typeface="Malgun Gothic"/>
                <a:cs typeface="Malgun Gothic"/>
              </a:defRPr>
            </a:lvl8pPr>
            <a:lvl9pPr algn="l">
              <a:defRPr sz="1875" b="1">
                <a:solidFill>
                  <a:srgbClr val="0D223F"/>
                </a:solidFill>
                <a:latin typeface="Malgun Gothic"/>
                <a:ea typeface="Malgun Gothic"/>
                <a:cs typeface="Malgun Gothic"/>
              </a:defRPr>
            </a:lvl9pPr>
          </a:lstStyle>
          <a:p xmlns:a="http://schemas.openxmlformats.org/drawingml/2006/main">
            <a:pPr algn="l">
              <a:lnSpc>
                <a:spcPct val="115000"/>
              </a:lnSpc>
              <a:buNone/>
              <a:defRPr sz="1875" b="1">
                <a:solidFill>
                  <a:srgbClr val="0D223F"/>
                </a:solidFill>
                <a:latin typeface="Malgun Gothic"/>
                <a:ea typeface="Malgun Gothic"/>
                <a:cs typeface="Malgun Gothic"/>
              </a:defRPr>
            </a:pPr>
            <a:r>
              <a:rPr sz="1875" b="1">
                <a:solidFill>
                  <a:srgbClr val="0D223F"/>
                </a:solidFill>
                <a:latin typeface="Malgun Gothic"/>
                <a:ea typeface="Malgun Gothic"/>
                <a:cs typeface="Malgun Gothic"/>
              </a:rPr>
              <a:t>통합 설치와 진단</a:t>
            </a:r>
          </a:p>
        </p:txBody>
      </p:sp>
      <p:sp>
        <p:nvSpPr>
          <p:cNvPr id="29" name="">
            <a:extLst xmlns:a="http://schemas.openxmlformats.org/drawingml/2006/main">
              <a:ext uri="{FF2B5EF4-FFF2-40B4-BE49-F238E27FC236}">
                <a16:creationId xmlns:a16="http://schemas.microsoft.com/office/drawing/2014/main" id="{16A7EC1A-2F6A-435B-9B1A-C527B6DC917A}"/>
              </a:ext>
            </a:extLst>
          </p:cNvPr>
          <p:cNvSpPr>
            <a:spLocks xmlns:a="http://schemas.openxmlformats.org/drawingml/2006/main" noGrp="1"/>
          </p:cNvSpPr>
          <p:nvPr/>
        </p:nvSpPr>
        <p:spPr>
          <a:xfrm xmlns:a="http://schemas.openxmlformats.org/drawingml/2006/main">
            <a:off x="4114800" y="4895850"/>
            <a:ext cx="7086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1748A"/>
                </a:solidFill>
                <a:latin typeface="Malgun Gothic"/>
                <a:ea typeface="Malgun Gothic"/>
                <a:cs typeface="Malgun Gothic"/>
              </a:defRPr>
            </a:defPPr>
            <a:lvl1pPr algn="l">
              <a:defRPr sz="1650" b="0">
                <a:solidFill>
                  <a:srgbClr val="61748A"/>
                </a:solidFill>
                <a:latin typeface="Malgun Gothic"/>
                <a:ea typeface="Malgun Gothic"/>
                <a:cs typeface="Malgun Gothic"/>
              </a:defRPr>
            </a:lvl1pPr>
            <a:lvl2pPr algn="l">
              <a:defRPr sz="1650" b="0">
                <a:solidFill>
                  <a:srgbClr val="61748A"/>
                </a:solidFill>
                <a:latin typeface="Malgun Gothic"/>
                <a:ea typeface="Malgun Gothic"/>
                <a:cs typeface="Malgun Gothic"/>
              </a:defRPr>
            </a:lvl2pPr>
            <a:lvl3pPr algn="l">
              <a:defRPr sz="1650" b="0">
                <a:solidFill>
                  <a:srgbClr val="61748A"/>
                </a:solidFill>
                <a:latin typeface="Malgun Gothic"/>
                <a:ea typeface="Malgun Gothic"/>
                <a:cs typeface="Malgun Gothic"/>
              </a:defRPr>
            </a:lvl3pPr>
            <a:lvl4pPr algn="l">
              <a:defRPr sz="1650" b="0">
                <a:solidFill>
                  <a:srgbClr val="61748A"/>
                </a:solidFill>
                <a:latin typeface="Malgun Gothic"/>
                <a:ea typeface="Malgun Gothic"/>
                <a:cs typeface="Malgun Gothic"/>
              </a:defRPr>
            </a:lvl4pPr>
            <a:lvl5pPr algn="l">
              <a:defRPr sz="1650" b="0">
                <a:solidFill>
                  <a:srgbClr val="61748A"/>
                </a:solidFill>
                <a:latin typeface="Malgun Gothic"/>
                <a:ea typeface="Malgun Gothic"/>
                <a:cs typeface="Malgun Gothic"/>
              </a:defRPr>
            </a:lvl5pPr>
            <a:lvl6pPr algn="l">
              <a:defRPr sz="1650" b="0">
                <a:solidFill>
                  <a:srgbClr val="61748A"/>
                </a:solidFill>
                <a:latin typeface="Malgun Gothic"/>
                <a:ea typeface="Malgun Gothic"/>
                <a:cs typeface="Malgun Gothic"/>
              </a:defRPr>
            </a:lvl6pPr>
            <a:lvl7pPr algn="l">
              <a:defRPr sz="1650" b="0">
                <a:solidFill>
                  <a:srgbClr val="61748A"/>
                </a:solidFill>
                <a:latin typeface="Malgun Gothic"/>
                <a:ea typeface="Malgun Gothic"/>
                <a:cs typeface="Malgun Gothic"/>
              </a:defRPr>
            </a:lvl7pPr>
            <a:lvl8pPr algn="l">
              <a:defRPr sz="1650" b="0">
                <a:solidFill>
                  <a:srgbClr val="61748A"/>
                </a:solidFill>
                <a:latin typeface="Malgun Gothic"/>
                <a:ea typeface="Malgun Gothic"/>
                <a:cs typeface="Malgun Gothic"/>
              </a:defRPr>
            </a:lvl8pPr>
            <a:lvl9pPr algn="l">
              <a:defRPr sz="1650" b="0">
                <a:solidFill>
                  <a:srgbClr val="61748A"/>
                </a:solidFill>
                <a:latin typeface="Malgun Gothic"/>
                <a:ea typeface="Malgun Gothic"/>
                <a:cs typeface="Malgun Gothic"/>
              </a:defRPr>
            </a:lvl9pPr>
          </a:lstStyle>
          <a:p xmlns:a="http://schemas.openxmlformats.org/drawingml/2006/main">
            <a:pPr algn="l">
              <a:lnSpc>
                <a:spcPct val="115000"/>
              </a:lnSpc>
              <a:buNone/>
              <a:defRPr sz="1650" b="0">
                <a:solidFill>
                  <a:srgbClr val="61748A"/>
                </a:solidFill>
                <a:latin typeface="Malgun Gothic"/>
                <a:ea typeface="Malgun Gothic"/>
                <a:cs typeface="Malgun Gothic"/>
              </a:defRPr>
            </a:pPr>
            <a:r>
              <a:rPr sz="1650" b="0">
                <a:solidFill>
                  <a:srgbClr val="61748A"/>
                </a:solidFill>
                <a:latin typeface="Malgun Gothic"/>
                <a:ea typeface="Malgun Gothic"/>
                <a:cs typeface="Malgun Gothic"/>
              </a:rPr>
              <a:t>필요한 제품을 선택 설치하고 문제의 원인과 조치를 확인합니다.</a:t>
            </a:r>
          </a:p>
        </p:txBody>
      </p:sp>
      <p:sp>
        <p:nvSpPr>
          <p:cNvPr id="30" name="">
            <a:extLst xmlns:a="http://schemas.openxmlformats.org/drawingml/2006/main">
              <a:ext uri="{FF2B5EF4-FFF2-40B4-BE49-F238E27FC236}">
                <a16:creationId xmlns:a16="http://schemas.microsoft.com/office/drawing/2014/main" id="{44DD07A6-98C6-4047-929C-876546953269}"/>
              </a:ext>
            </a:extLst>
          </p:cNvPr>
          <p:cNvSpPr>
            <a:spLocks xmlns:a="http://schemas.openxmlformats.org/drawingml/2006/main" noGrp="1"/>
          </p:cNvSpPr>
          <p:nvPr/>
        </p:nvSpPr>
        <p:spPr>
          <a:xfrm xmlns:a="http://schemas.openxmlformats.org/drawingml/2006/main">
            <a:off x="609600" y="535305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85AC0"/>
                </a:solidFill>
                <a:latin typeface="Malgun Gothic"/>
                <a:ea typeface="Malgun Gothic"/>
                <a:cs typeface="Malgun Gothic"/>
              </a:defRPr>
            </a:defPPr>
            <a:lvl1pPr algn="l">
              <a:defRPr sz="2250" b="1">
                <a:solidFill>
                  <a:srgbClr val="185AC0"/>
                </a:solidFill>
                <a:latin typeface="Malgun Gothic"/>
                <a:ea typeface="Malgun Gothic"/>
                <a:cs typeface="Malgun Gothic"/>
              </a:defRPr>
            </a:lvl1pPr>
            <a:lvl2pPr algn="l">
              <a:defRPr sz="2250" b="1">
                <a:solidFill>
                  <a:srgbClr val="185AC0"/>
                </a:solidFill>
                <a:latin typeface="Malgun Gothic"/>
                <a:ea typeface="Malgun Gothic"/>
                <a:cs typeface="Malgun Gothic"/>
              </a:defRPr>
            </a:lvl2pPr>
            <a:lvl3pPr algn="l">
              <a:defRPr sz="2250" b="1">
                <a:solidFill>
                  <a:srgbClr val="185AC0"/>
                </a:solidFill>
                <a:latin typeface="Malgun Gothic"/>
                <a:ea typeface="Malgun Gothic"/>
                <a:cs typeface="Malgun Gothic"/>
              </a:defRPr>
            </a:lvl3pPr>
            <a:lvl4pPr algn="l">
              <a:defRPr sz="2250" b="1">
                <a:solidFill>
                  <a:srgbClr val="185AC0"/>
                </a:solidFill>
                <a:latin typeface="Malgun Gothic"/>
                <a:ea typeface="Malgun Gothic"/>
                <a:cs typeface="Malgun Gothic"/>
              </a:defRPr>
            </a:lvl4pPr>
            <a:lvl5pPr algn="l">
              <a:defRPr sz="2250" b="1">
                <a:solidFill>
                  <a:srgbClr val="185AC0"/>
                </a:solidFill>
                <a:latin typeface="Malgun Gothic"/>
                <a:ea typeface="Malgun Gothic"/>
                <a:cs typeface="Malgun Gothic"/>
              </a:defRPr>
            </a:lvl5pPr>
            <a:lvl6pPr algn="l">
              <a:defRPr sz="2250" b="1">
                <a:solidFill>
                  <a:srgbClr val="185AC0"/>
                </a:solidFill>
                <a:latin typeface="Malgun Gothic"/>
                <a:ea typeface="Malgun Gothic"/>
                <a:cs typeface="Malgun Gothic"/>
              </a:defRPr>
            </a:lvl6pPr>
            <a:lvl7pPr algn="l">
              <a:defRPr sz="2250" b="1">
                <a:solidFill>
                  <a:srgbClr val="185AC0"/>
                </a:solidFill>
                <a:latin typeface="Malgun Gothic"/>
                <a:ea typeface="Malgun Gothic"/>
                <a:cs typeface="Malgun Gothic"/>
              </a:defRPr>
            </a:lvl7pPr>
            <a:lvl8pPr algn="l">
              <a:defRPr sz="2250" b="1">
                <a:solidFill>
                  <a:srgbClr val="185AC0"/>
                </a:solidFill>
                <a:latin typeface="Malgun Gothic"/>
                <a:ea typeface="Malgun Gothic"/>
                <a:cs typeface="Malgun Gothic"/>
              </a:defRPr>
            </a:lvl8pPr>
            <a:lvl9pPr algn="l">
              <a:defRPr sz="2250" b="1">
                <a:solidFill>
                  <a:srgbClr val="185AC0"/>
                </a:solidFill>
                <a:latin typeface="Malgun Gothic"/>
                <a:ea typeface="Malgun Gothic"/>
                <a:cs typeface="Malgun Gothic"/>
              </a:defRPr>
            </a:lvl9pPr>
          </a:lstStyle>
          <a:p xmlns:a="http://schemas.openxmlformats.org/drawingml/2006/main">
            <a:pPr algn="l">
              <a:lnSpc>
                <a:spcPct val="115000"/>
              </a:lnSpc>
              <a:buNone/>
              <a:defRPr sz="2250" b="1">
                <a:solidFill>
                  <a:srgbClr val="185AC0"/>
                </a:solidFill>
                <a:latin typeface="Malgun Gothic"/>
                <a:ea typeface="Malgun Gothic"/>
                <a:cs typeface="Malgun Gothic"/>
              </a:defRPr>
            </a:pPr>
            <a:r>
              <a:rPr sz="2250" b="1">
                <a:solidFill>
                  <a:srgbClr val="185AC0"/>
                </a:solidFill>
                <a:latin typeface="Malgun Gothic"/>
                <a:ea typeface="Malgun Gothic"/>
                <a:cs typeface="Malgun Gothic"/>
              </a:rPr>
              <a:t>FieldScope</a:t>
            </a:r>
          </a:p>
        </p:txBody>
      </p:sp>
      <p:sp>
        <p:nvSpPr>
          <p:cNvPr id="31" name="">
            <a:extLst xmlns:a="http://schemas.openxmlformats.org/drawingml/2006/main">
              <a:ext uri="{FF2B5EF4-FFF2-40B4-BE49-F238E27FC236}">
                <a16:creationId xmlns:a16="http://schemas.microsoft.com/office/drawing/2014/main" id="{45EC585A-13BC-4C70-8C79-B8288FD66CD3}"/>
              </a:ext>
            </a:extLst>
          </p:cNvPr>
          <p:cNvSpPr>
            <a:spLocks xmlns:a="http://schemas.openxmlformats.org/drawingml/2006/main" noGrp="1"/>
          </p:cNvSpPr>
          <p:nvPr/>
        </p:nvSpPr>
        <p:spPr>
          <a:xfrm xmlns:a="http://schemas.openxmlformats.org/drawingml/2006/main">
            <a:off x="4114800" y="5353050"/>
            <a:ext cx="704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0D223F"/>
                </a:solidFill>
                <a:latin typeface="Malgun Gothic"/>
                <a:ea typeface="Malgun Gothic"/>
                <a:cs typeface="Malgun Gothic"/>
              </a:defRPr>
            </a:defPPr>
            <a:lvl1pPr algn="l">
              <a:defRPr sz="1875" b="1">
                <a:solidFill>
                  <a:srgbClr val="0D223F"/>
                </a:solidFill>
                <a:latin typeface="Malgun Gothic"/>
                <a:ea typeface="Malgun Gothic"/>
                <a:cs typeface="Malgun Gothic"/>
              </a:defRPr>
            </a:lvl1pPr>
            <a:lvl2pPr algn="l">
              <a:defRPr sz="1875" b="1">
                <a:solidFill>
                  <a:srgbClr val="0D223F"/>
                </a:solidFill>
                <a:latin typeface="Malgun Gothic"/>
                <a:ea typeface="Malgun Gothic"/>
                <a:cs typeface="Malgun Gothic"/>
              </a:defRPr>
            </a:lvl2pPr>
            <a:lvl3pPr algn="l">
              <a:defRPr sz="1875" b="1">
                <a:solidFill>
                  <a:srgbClr val="0D223F"/>
                </a:solidFill>
                <a:latin typeface="Malgun Gothic"/>
                <a:ea typeface="Malgun Gothic"/>
                <a:cs typeface="Malgun Gothic"/>
              </a:defRPr>
            </a:lvl3pPr>
            <a:lvl4pPr algn="l">
              <a:defRPr sz="1875" b="1">
                <a:solidFill>
                  <a:srgbClr val="0D223F"/>
                </a:solidFill>
                <a:latin typeface="Malgun Gothic"/>
                <a:ea typeface="Malgun Gothic"/>
                <a:cs typeface="Malgun Gothic"/>
              </a:defRPr>
            </a:lvl4pPr>
            <a:lvl5pPr algn="l">
              <a:defRPr sz="1875" b="1">
                <a:solidFill>
                  <a:srgbClr val="0D223F"/>
                </a:solidFill>
                <a:latin typeface="Malgun Gothic"/>
                <a:ea typeface="Malgun Gothic"/>
                <a:cs typeface="Malgun Gothic"/>
              </a:defRPr>
            </a:lvl5pPr>
            <a:lvl6pPr algn="l">
              <a:defRPr sz="1875" b="1">
                <a:solidFill>
                  <a:srgbClr val="0D223F"/>
                </a:solidFill>
                <a:latin typeface="Malgun Gothic"/>
                <a:ea typeface="Malgun Gothic"/>
                <a:cs typeface="Malgun Gothic"/>
              </a:defRPr>
            </a:lvl6pPr>
            <a:lvl7pPr algn="l">
              <a:defRPr sz="1875" b="1">
                <a:solidFill>
                  <a:srgbClr val="0D223F"/>
                </a:solidFill>
                <a:latin typeface="Malgun Gothic"/>
                <a:ea typeface="Malgun Gothic"/>
                <a:cs typeface="Malgun Gothic"/>
              </a:defRPr>
            </a:lvl7pPr>
            <a:lvl8pPr algn="l">
              <a:defRPr sz="1875" b="1">
                <a:solidFill>
                  <a:srgbClr val="0D223F"/>
                </a:solidFill>
                <a:latin typeface="Malgun Gothic"/>
                <a:ea typeface="Malgun Gothic"/>
                <a:cs typeface="Malgun Gothic"/>
              </a:defRPr>
            </a:lvl8pPr>
            <a:lvl9pPr algn="l">
              <a:defRPr sz="1875" b="1">
                <a:solidFill>
                  <a:srgbClr val="0D223F"/>
                </a:solidFill>
                <a:latin typeface="Malgun Gothic"/>
                <a:ea typeface="Malgun Gothic"/>
                <a:cs typeface="Malgun Gothic"/>
              </a:defRPr>
            </a:lvl9pPr>
          </a:lstStyle>
          <a:p xmlns:a="http://schemas.openxmlformats.org/drawingml/2006/main">
            <a:pPr algn="l">
              <a:lnSpc>
                <a:spcPct val="115000"/>
              </a:lnSpc>
              <a:buNone/>
              <a:defRPr sz="1875" b="1">
                <a:solidFill>
                  <a:srgbClr val="0D223F"/>
                </a:solidFill>
                <a:latin typeface="Malgun Gothic"/>
                <a:ea typeface="Malgun Gothic"/>
                <a:cs typeface="Malgun Gothic"/>
              </a:defRPr>
            </a:pPr>
            <a:r>
              <a:rPr sz="1875" b="1">
                <a:solidFill>
                  <a:srgbClr val="0D223F"/>
                </a:solidFill>
                <a:latin typeface="Malgun Gothic"/>
                <a:ea typeface="Malgun Gothic"/>
                <a:cs typeface="Malgun Gothic"/>
              </a:rPr>
              <a:t>모바일 PLC 모니터링</a:t>
            </a:r>
          </a:p>
        </p:txBody>
      </p:sp>
      <p:sp>
        <p:nvSpPr>
          <p:cNvPr id="32" name="">
            <a:extLst xmlns:a="http://schemas.openxmlformats.org/drawingml/2006/main">
              <a:ext uri="{FF2B5EF4-FFF2-40B4-BE49-F238E27FC236}">
                <a16:creationId xmlns:a16="http://schemas.microsoft.com/office/drawing/2014/main" id="{D02C78B9-C837-42DB-BB19-B14CA38571DC}"/>
              </a:ext>
            </a:extLst>
          </p:cNvPr>
          <p:cNvSpPr>
            <a:spLocks xmlns:a="http://schemas.openxmlformats.org/drawingml/2006/main" noGrp="1"/>
          </p:cNvSpPr>
          <p:nvPr/>
        </p:nvSpPr>
        <p:spPr>
          <a:xfrm xmlns:a="http://schemas.openxmlformats.org/drawingml/2006/main">
            <a:off x="4114800" y="5705475"/>
            <a:ext cx="7086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1748A"/>
                </a:solidFill>
                <a:latin typeface="Malgun Gothic"/>
                <a:ea typeface="Malgun Gothic"/>
                <a:cs typeface="Malgun Gothic"/>
              </a:defRPr>
            </a:defPPr>
            <a:lvl1pPr algn="l">
              <a:defRPr sz="1650" b="0">
                <a:solidFill>
                  <a:srgbClr val="61748A"/>
                </a:solidFill>
                <a:latin typeface="Malgun Gothic"/>
                <a:ea typeface="Malgun Gothic"/>
                <a:cs typeface="Malgun Gothic"/>
              </a:defRPr>
            </a:lvl1pPr>
            <a:lvl2pPr algn="l">
              <a:defRPr sz="1650" b="0">
                <a:solidFill>
                  <a:srgbClr val="61748A"/>
                </a:solidFill>
                <a:latin typeface="Malgun Gothic"/>
                <a:ea typeface="Malgun Gothic"/>
                <a:cs typeface="Malgun Gothic"/>
              </a:defRPr>
            </a:lvl2pPr>
            <a:lvl3pPr algn="l">
              <a:defRPr sz="1650" b="0">
                <a:solidFill>
                  <a:srgbClr val="61748A"/>
                </a:solidFill>
                <a:latin typeface="Malgun Gothic"/>
                <a:ea typeface="Malgun Gothic"/>
                <a:cs typeface="Malgun Gothic"/>
              </a:defRPr>
            </a:lvl3pPr>
            <a:lvl4pPr algn="l">
              <a:defRPr sz="1650" b="0">
                <a:solidFill>
                  <a:srgbClr val="61748A"/>
                </a:solidFill>
                <a:latin typeface="Malgun Gothic"/>
                <a:ea typeface="Malgun Gothic"/>
                <a:cs typeface="Malgun Gothic"/>
              </a:defRPr>
            </a:lvl4pPr>
            <a:lvl5pPr algn="l">
              <a:defRPr sz="1650" b="0">
                <a:solidFill>
                  <a:srgbClr val="61748A"/>
                </a:solidFill>
                <a:latin typeface="Malgun Gothic"/>
                <a:ea typeface="Malgun Gothic"/>
                <a:cs typeface="Malgun Gothic"/>
              </a:defRPr>
            </a:lvl5pPr>
            <a:lvl6pPr algn="l">
              <a:defRPr sz="1650" b="0">
                <a:solidFill>
                  <a:srgbClr val="61748A"/>
                </a:solidFill>
                <a:latin typeface="Malgun Gothic"/>
                <a:ea typeface="Malgun Gothic"/>
                <a:cs typeface="Malgun Gothic"/>
              </a:defRPr>
            </a:lvl6pPr>
            <a:lvl7pPr algn="l">
              <a:defRPr sz="1650" b="0">
                <a:solidFill>
                  <a:srgbClr val="61748A"/>
                </a:solidFill>
                <a:latin typeface="Malgun Gothic"/>
                <a:ea typeface="Malgun Gothic"/>
                <a:cs typeface="Malgun Gothic"/>
              </a:defRPr>
            </a:lvl7pPr>
            <a:lvl8pPr algn="l">
              <a:defRPr sz="1650" b="0">
                <a:solidFill>
                  <a:srgbClr val="61748A"/>
                </a:solidFill>
                <a:latin typeface="Malgun Gothic"/>
                <a:ea typeface="Malgun Gothic"/>
                <a:cs typeface="Malgun Gothic"/>
              </a:defRPr>
            </a:lvl8pPr>
            <a:lvl9pPr algn="l">
              <a:defRPr sz="1650" b="0">
                <a:solidFill>
                  <a:srgbClr val="61748A"/>
                </a:solidFill>
                <a:latin typeface="Malgun Gothic"/>
                <a:ea typeface="Malgun Gothic"/>
                <a:cs typeface="Malgun Gothic"/>
              </a:defRPr>
            </a:lvl9pPr>
          </a:lstStyle>
          <a:p xmlns:a="http://schemas.openxmlformats.org/drawingml/2006/main">
            <a:pPr algn="l">
              <a:lnSpc>
                <a:spcPct val="115000"/>
              </a:lnSpc>
              <a:buNone/>
              <a:defRPr sz="1650" b="0">
                <a:solidFill>
                  <a:srgbClr val="61748A"/>
                </a:solidFill>
                <a:latin typeface="Malgun Gothic"/>
                <a:ea typeface="Malgun Gothic"/>
                <a:cs typeface="Malgun Gothic"/>
              </a:defRPr>
            </a:pPr>
            <a:r>
              <a:rPr sz="1650" b="0">
                <a:solidFill>
                  <a:srgbClr val="61748A"/>
                </a:solidFill>
                <a:latin typeface="Malgun Gothic"/>
                <a:ea typeface="Malgun Gothic"/>
                <a:cs typeface="Malgun Gothic"/>
              </a:rPr>
              <a:t>Android에서 태그 값·트렌드를 확인하고 이력을 CSV로 저장합니다.</a:t>
            </a:r>
          </a:p>
        </p:txBody>
      </p:sp>
    </p:spTree>
    <p:extLst>
      <p:ext uri="{BB962C8B-B14F-4D97-AF65-F5344CB8AC3E}">
        <p14:creationId xmlns:p14="http://schemas.microsoft.com/office/powerpoint/2010/main" val="108876831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직사각형 10">
            <a:extLst xmlns:a="http://schemas.openxmlformats.org/drawingml/2006/main">
              <a:ext uri="{FF2B5EF4-FFF2-40B4-BE49-F238E27FC236}">
                <a16:creationId xmlns:a16="http://schemas.microsoft.com/office/drawing/2014/main" id="{96D4C1EB-2DD0-43B4-9AAD-B754C438B8B8}"/>
              </a:ext>
            </a:extLst>
          </p:cNvPr>
          <p:cNvSpPr>
            <a:spLocks xmlns:a="http://schemas.openxmlformats.org/drawingml/2006/main" noGrp="1"/>
          </p:cNvSpPr>
          <p:nvPr/>
        </p:nvSpPr>
        <p:spPr>
          <a:xfrm xmlns:a="http://schemas.openxmlformats.org/drawingml/2006/main">
            <a:off x="609600" y="5334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D223F"/>
                </a:solidFill>
                <a:latin typeface="Malgun Gothic"/>
                <a:ea typeface="Malgun Gothic"/>
                <a:cs typeface="Malgun Gothic"/>
              </a:defRPr>
            </a:defPPr>
            <a:lvl1pPr algn="l">
              <a:defRPr sz="3300" b="1">
                <a:solidFill>
                  <a:srgbClr val="0D223F"/>
                </a:solidFill>
                <a:latin typeface="Malgun Gothic"/>
                <a:ea typeface="Malgun Gothic"/>
                <a:cs typeface="Malgun Gothic"/>
              </a:defRPr>
            </a:lvl1pPr>
            <a:lvl2pPr algn="l">
              <a:defRPr sz="3300" b="1">
                <a:solidFill>
                  <a:srgbClr val="0D223F"/>
                </a:solidFill>
                <a:latin typeface="Malgun Gothic"/>
                <a:ea typeface="Malgun Gothic"/>
                <a:cs typeface="Malgun Gothic"/>
              </a:defRPr>
            </a:lvl2pPr>
            <a:lvl3pPr algn="l">
              <a:defRPr sz="3300" b="1">
                <a:solidFill>
                  <a:srgbClr val="0D223F"/>
                </a:solidFill>
                <a:latin typeface="Malgun Gothic"/>
                <a:ea typeface="Malgun Gothic"/>
                <a:cs typeface="Malgun Gothic"/>
              </a:defRPr>
            </a:lvl3pPr>
            <a:lvl4pPr algn="l">
              <a:defRPr sz="3300" b="1">
                <a:solidFill>
                  <a:srgbClr val="0D223F"/>
                </a:solidFill>
                <a:latin typeface="Malgun Gothic"/>
                <a:ea typeface="Malgun Gothic"/>
                <a:cs typeface="Malgun Gothic"/>
              </a:defRPr>
            </a:lvl4pPr>
            <a:lvl5pPr algn="l">
              <a:defRPr sz="3300" b="1">
                <a:solidFill>
                  <a:srgbClr val="0D223F"/>
                </a:solidFill>
                <a:latin typeface="Malgun Gothic"/>
                <a:ea typeface="Malgun Gothic"/>
                <a:cs typeface="Malgun Gothic"/>
              </a:defRPr>
            </a:lvl5pPr>
            <a:lvl6pPr algn="l">
              <a:defRPr sz="3300" b="1">
                <a:solidFill>
                  <a:srgbClr val="0D223F"/>
                </a:solidFill>
                <a:latin typeface="Malgun Gothic"/>
                <a:ea typeface="Malgun Gothic"/>
                <a:cs typeface="Malgun Gothic"/>
              </a:defRPr>
            </a:lvl6pPr>
            <a:lvl7pPr algn="l">
              <a:defRPr sz="3300" b="1">
                <a:solidFill>
                  <a:srgbClr val="0D223F"/>
                </a:solidFill>
                <a:latin typeface="Malgun Gothic"/>
                <a:ea typeface="Malgun Gothic"/>
                <a:cs typeface="Malgun Gothic"/>
              </a:defRPr>
            </a:lvl7pPr>
            <a:lvl8pPr algn="l">
              <a:defRPr sz="3300" b="1">
                <a:solidFill>
                  <a:srgbClr val="0D223F"/>
                </a:solidFill>
                <a:latin typeface="Malgun Gothic"/>
                <a:ea typeface="Malgun Gothic"/>
                <a:cs typeface="Malgun Gothic"/>
              </a:defRPr>
            </a:lvl8pPr>
            <a:lvl9pPr algn="l">
              <a:defRPr sz="3300" b="1">
                <a:solidFill>
                  <a:srgbClr val="0D223F"/>
                </a:solidFill>
                <a:latin typeface="Malgun Gothic"/>
                <a:ea typeface="Malgun Gothic"/>
                <a:cs typeface="Malgun Gothic"/>
              </a:defRPr>
            </a:lvl9pPr>
          </a:lstStyle>
          <a:p xmlns:a="http://schemas.openxmlformats.org/drawingml/2006/main">
            <a:pPr algn="l">
              <a:lnSpc>
                <a:spcPct val="115000"/>
              </a:lnSpc>
              <a:buNone/>
              <a:defRPr sz="3300" b="1">
                <a:solidFill>
                  <a:srgbClr val="0D223F"/>
                </a:solidFill>
                <a:latin typeface="Malgun Gothic"/>
                <a:ea typeface="Malgun Gothic"/>
                <a:cs typeface="Malgun Gothic"/>
              </a:defRPr>
            </a:pPr>
            <a:r>
              <a:rPr sz="3300" b="1">
                <a:solidFill>
                  <a:srgbClr val="0D223F"/>
                </a:solidFill>
                <a:latin typeface="Malgun Gothic"/>
                <a:ea typeface="Malgun Gothic"/>
                <a:cs typeface="Malgun Gothic"/>
              </a:rPr>
              <a:t>JCore</a:t>
            </a:r>
          </a:p>
        </p:txBody>
      </p:sp>
      <p:sp>
        <p:nvSpPr>
          <p:cNvPr id="2" name="직사각형 1">
            <a:extLst xmlns:a="http://schemas.openxmlformats.org/drawingml/2006/main">
              <a:ext uri="{FF2B5EF4-FFF2-40B4-BE49-F238E27FC236}">
                <a16:creationId xmlns:a16="http://schemas.microsoft.com/office/drawing/2014/main" id="{8420988B-3FEF-4407-BBD7-594E86DE6510}"/>
              </a:ext>
            </a:extLst>
          </p:cNvPr>
          <p:cNvSpPr>
            <a:spLocks xmlns:a="http://schemas.openxmlformats.org/drawingml/2006/main" noGrp="1"/>
          </p:cNvSpPr>
          <p:nvPr/>
        </p:nvSpPr>
        <p:spPr>
          <a:xfrm xmlns:a="http://schemas.openxmlformats.org/drawingml/2006/main">
            <a:off x="628650" y="1362075"/>
            <a:ext cx="10839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1748A"/>
                </a:solidFill>
                <a:latin typeface="Malgun Gothic"/>
                <a:ea typeface="Malgun Gothic"/>
                <a:cs typeface="Malgun Gothic"/>
              </a:defRPr>
            </a:defPPr>
            <a:lvl1pPr algn="l">
              <a:defRPr sz="1800" b="0">
                <a:solidFill>
                  <a:srgbClr val="61748A"/>
                </a:solidFill>
                <a:latin typeface="Malgun Gothic"/>
                <a:ea typeface="Malgun Gothic"/>
                <a:cs typeface="Malgun Gothic"/>
              </a:defRPr>
            </a:lvl1pPr>
            <a:lvl2pPr algn="l">
              <a:defRPr sz="1800" b="0">
                <a:solidFill>
                  <a:srgbClr val="61748A"/>
                </a:solidFill>
                <a:latin typeface="Malgun Gothic"/>
                <a:ea typeface="Malgun Gothic"/>
                <a:cs typeface="Malgun Gothic"/>
              </a:defRPr>
            </a:lvl2pPr>
            <a:lvl3pPr algn="l">
              <a:defRPr sz="1800" b="0">
                <a:solidFill>
                  <a:srgbClr val="61748A"/>
                </a:solidFill>
                <a:latin typeface="Malgun Gothic"/>
                <a:ea typeface="Malgun Gothic"/>
                <a:cs typeface="Malgun Gothic"/>
              </a:defRPr>
            </a:lvl3pPr>
            <a:lvl4pPr algn="l">
              <a:defRPr sz="1800" b="0">
                <a:solidFill>
                  <a:srgbClr val="61748A"/>
                </a:solidFill>
                <a:latin typeface="Malgun Gothic"/>
                <a:ea typeface="Malgun Gothic"/>
                <a:cs typeface="Malgun Gothic"/>
              </a:defRPr>
            </a:lvl4pPr>
            <a:lvl5pPr algn="l">
              <a:defRPr sz="1800" b="0">
                <a:solidFill>
                  <a:srgbClr val="61748A"/>
                </a:solidFill>
                <a:latin typeface="Malgun Gothic"/>
                <a:ea typeface="Malgun Gothic"/>
                <a:cs typeface="Malgun Gothic"/>
              </a:defRPr>
            </a:lvl5pPr>
            <a:lvl6pPr algn="l">
              <a:defRPr sz="1800" b="0">
                <a:solidFill>
                  <a:srgbClr val="61748A"/>
                </a:solidFill>
                <a:latin typeface="Malgun Gothic"/>
                <a:ea typeface="Malgun Gothic"/>
                <a:cs typeface="Malgun Gothic"/>
              </a:defRPr>
            </a:lvl6pPr>
            <a:lvl7pPr algn="l">
              <a:defRPr sz="1800" b="0">
                <a:solidFill>
                  <a:srgbClr val="61748A"/>
                </a:solidFill>
                <a:latin typeface="Malgun Gothic"/>
                <a:ea typeface="Malgun Gothic"/>
                <a:cs typeface="Malgun Gothic"/>
              </a:defRPr>
            </a:lvl7pPr>
            <a:lvl8pPr algn="l">
              <a:defRPr sz="1800" b="0">
                <a:solidFill>
                  <a:srgbClr val="61748A"/>
                </a:solidFill>
                <a:latin typeface="Malgun Gothic"/>
                <a:ea typeface="Malgun Gothic"/>
                <a:cs typeface="Malgun Gothic"/>
              </a:defRPr>
            </a:lvl8pPr>
            <a:lvl9pPr algn="l">
              <a:defRPr sz="1800" b="0">
                <a:solidFill>
                  <a:srgbClr val="61748A"/>
                </a:solidFill>
                <a:latin typeface="Malgun Gothic"/>
                <a:ea typeface="Malgun Gothic"/>
                <a:cs typeface="Malgun Gothic"/>
              </a:defRPr>
            </a:lvl9pPr>
          </a:lstStyle>
          <a:p xmlns:a="http://schemas.openxmlformats.org/drawingml/2006/main">
            <a:pPr algn="l">
              <a:lnSpc>
                <a:spcPct val="115000"/>
              </a:lnSpc>
              <a:buNone/>
              <a:defRPr sz="1800" b="0">
                <a:solidFill>
                  <a:srgbClr val="61748A"/>
                </a:solidFill>
                <a:latin typeface="Malgun Gothic"/>
                <a:ea typeface="Malgun Gothic"/>
                <a:cs typeface="Malgun Gothic"/>
              </a:defRPr>
            </a:pPr>
            <a:r>
              <a:rPr sz="1800" b="0">
                <a:solidFill>
                  <a:srgbClr val="61748A"/>
                </a:solidFill>
                <a:latin typeface="Malgun Gothic"/>
                <a:ea typeface="Malgun Gothic"/>
                <a:cs typeface="Malgun Gothic"/>
              </a:rPr>
              <a:t>PLC 데이터 수집과 공통 태그 서비스</a:t>
            </a:r>
          </a:p>
        </p:txBody>
      </p:sp>
      <p:sp>
        <p:nvSpPr>
          <p:cNvPr id="3" name="직사각형 2">
            <a:extLst xmlns:a="http://schemas.openxmlformats.org/drawingml/2006/main">
              <a:ext uri="{FF2B5EF4-FFF2-40B4-BE49-F238E27FC236}">
                <a16:creationId xmlns:a16="http://schemas.microsoft.com/office/drawing/2014/main" id="{E63CA60F-DF2D-488D-9420-077EA21372C8}"/>
              </a:ext>
            </a:extLst>
          </p:cNvPr>
          <p:cNvSpPr>
            <a:spLocks xmlns:a="http://schemas.openxmlformats.org/drawingml/2006/main" noGrp="1"/>
          </p:cNvSpPr>
          <p:nvPr/>
        </p:nvSpPr>
        <p:spPr>
          <a:xfrm xmlns:a="http://schemas.openxmlformats.org/drawingml/2006/main">
            <a:off x="609600" y="6400800"/>
            <a:ext cx="333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JAYONSTUDIO</a:t>
            </a:r>
          </a:p>
        </p:txBody>
      </p:sp>
      <p:sp>
        <p:nvSpPr>
          <p:cNvPr id="4" name="직사각형 3">
            <a:extLst xmlns:a="http://schemas.openxmlformats.org/drawingml/2006/main">
              <a:ext uri="{FF2B5EF4-FFF2-40B4-BE49-F238E27FC236}">
                <a16:creationId xmlns:a16="http://schemas.microsoft.com/office/drawing/2014/main" id="{7A6992DC-605C-4E68-993B-6930414BEDB6}"/>
              </a:ext>
            </a:extLst>
          </p:cNvPr>
          <p:cNvSpPr>
            <a:spLocks xmlns:a="http://schemas.openxmlformats.org/drawingml/2006/main" noGrp="1"/>
          </p:cNvSpPr>
          <p:nvPr/>
        </p:nvSpPr>
        <p:spPr>
          <a:xfrm xmlns:a="http://schemas.openxmlformats.org/drawingml/2006/main">
            <a:off x="11029950" y="64008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04</a:t>
            </a:r>
          </a:p>
        </p:txBody>
      </p:sp>
      <p:sp>
        <p:nvSpPr>
          <p:cNvPr id="5" name="직사각형 4">
            <a:extLst xmlns:a="http://schemas.openxmlformats.org/drawingml/2006/main">
              <a:ext uri="{FF2B5EF4-FFF2-40B4-BE49-F238E27FC236}">
                <a16:creationId xmlns:a16="http://schemas.microsoft.com/office/drawing/2014/main" id="{75CBF4C4-6DF4-40FC-A719-72EB5F315980}"/>
              </a:ext>
            </a:extLst>
          </p:cNvPr>
          <p:cNvSpPr>
            <a:spLocks xmlns:a="http://schemas.openxmlformats.org/drawingml/2006/main" noGrp="1"/>
          </p:cNvSpPr>
          <p:nvPr/>
        </p:nvSpPr>
        <p:spPr>
          <a:xfrm xmlns:a="http://schemas.openxmlformats.org/drawingml/2006/main">
            <a:off x="609600" y="2276475"/>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D223F"/>
                </a:solidFill>
                <a:latin typeface="Malgun Gothic"/>
                <a:ea typeface="Malgun Gothic"/>
                <a:cs typeface="Malgun Gothic"/>
              </a:defRPr>
            </a:defPPr>
            <a:lvl1pPr algn="l">
              <a:defRPr sz="2250" b="1">
                <a:solidFill>
                  <a:srgbClr val="0D223F"/>
                </a:solidFill>
                <a:latin typeface="Malgun Gothic"/>
                <a:ea typeface="Malgun Gothic"/>
                <a:cs typeface="Malgun Gothic"/>
              </a:defRPr>
            </a:lvl1pPr>
            <a:lvl2pPr algn="l">
              <a:defRPr sz="2250" b="1">
                <a:solidFill>
                  <a:srgbClr val="0D223F"/>
                </a:solidFill>
                <a:latin typeface="Malgun Gothic"/>
                <a:ea typeface="Malgun Gothic"/>
                <a:cs typeface="Malgun Gothic"/>
              </a:defRPr>
            </a:lvl2pPr>
            <a:lvl3pPr algn="l">
              <a:defRPr sz="2250" b="1">
                <a:solidFill>
                  <a:srgbClr val="0D223F"/>
                </a:solidFill>
                <a:latin typeface="Malgun Gothic"/>
                <a:ea typeface="Malgun Gothic"/>
                <a:cs typeface="Malgun Gothic"/>
              </a:defRPr>
            </a:lvl3pPr>
            <a:lvl4pPr algn="l">
              <a:defRPr sz="2250" b="1">
                <a:solidFill>
                  <a:srgbClr val="0D223F"/>
                </a:solidFill>
                <a:latin typeface="Malgun Gothic"/>
                <a:ea typeface="Malgun Gothic"/>
                <a:cs typeface="Malgun Gothic"/>
              </a:defRPr>
            </a:lvl4pPr>
            <a:lvl5pPr algn="l">
              <a:defRPr sz="2250" b="1">
                <a:solidFill>
                  <a:srgbClr val="0D223F"/>
                </a:solidFill>
                <a:latin typeface="Malgun Gothic"/>
                <a:ea typeface="Malgun Gothic"/>
                <a:cs typeface="Malgun Gothic"/>
              </a:defRPr>
            </a:lvl5pPr>
            <a:lvl6pPr algn="l">
              <a:defRPr sz="2250" b="1">
                <a:solidFill>
                  <a:srgbClr val="0D223F"/>
                </a:solidFill>
                <a:latin typeface="Malgun Gothic"/>
                <a:ea typeface="Malgun Gothic"/>
                <a:cs typeface="Malgun Gothic"/>
              </a:defRPr>
            </a:lvl6pPr>
            <a:lvl7pPr algn="l">
              <a:defRPr sz="2250" b="1">
                <a:solidFill>
                  <a:srgbClr val="0D223F"/>
                </a:solidFill>
                <a:latin typeface="Malgun Gothic"/>
                <a:ea typeface="Malgun Gothic"/>
                <a:cs typeface="Malgun Gothic"/>
              </a:defRPr>
            </a:lvl7pPr>
            <a:lvl8pPr algn="l">
              <a:defRPr sz="2250" b="1">
                <a:solidFill>
                  <a:srgbClr val="0D223F"/>
                </a:solidFill>
                <a:latin typeface="Malgun Gothic"/>
                <a:ea typeface="Malgun Gothic"/>
                <a:cs typeface="Malgun Gothic"/>
              </a:defRPr>
            </a:lvl8pPr>
            <a:lvl9pPr algn="l">
              <a:defRPr sz="2250" b="1">
                <a:solidFill>
                  <a:srgbClr val="0D223F"/>
                </a:solidFill>
                <a:latin typeface="Malgun Gothic"/>
                <a:ea typeface="Malgun Gothic"/>
                <a:cs typeface="Malgun Gothic"/>
              </a:defRPr>
            </a:lvl9pPr>
          </a:lstStyle>
          <a:p xmlns:a="http://schemas.openxmlformats.org/drawingml/2006/main">
            <a:pPr algn="l">
              <a:lnSpc>
                <a:spcPct val="115000"/>
              </a:lnSpc>
              <a:buNone/>
              <a:defRPr sz="2250" b="1">
                <a:solidFill>
                  <a:srgbClr val="0D223F"/>
                </a:solidFill>
                <a:latin typeface="Malgun Gothic"/>
                <a:ea typeface="Malgun Gothic"/>
                <a:cs typeface="Malgun Gothic"/>
              </a:defRPr>
            </a:pPr>
            <a:r>
              <a:rPr sz="2250" b="1">
                <a:solidFill>
                  <a:srgbClr val="0D223F"/>
                </a:solidFill>
                <a:latin typeface="Malgun Gothic"/>
                <a:ea typeface="Malgun Gothic"/>
                <a:cs typeface="Malgun Gothic"/>
              </a:rPr>
              <a:t>PLC 통신</a:t>
            </a:r>
          </a:p>
        </p:txBody>
      </p:sp>
      <p:sp>
        <p:nvSpPr>
          <p:cNvPr id="6" name="직사각형 5">
            <a:extLst xmlns:a="http://schemas.openxmlformats.org/drawingml/2006/main">
              <a:ext uri="{FF2B5EF4-FFF2-40B4-BE49-F238E27FC236}">
                <a16:creationId xmlns:a16="http://schemas.microsoft.com/office/drawing/2014/main" id="{ACEB22F4-B08C-4452-9149-2470FE95B931}"/>
              </a:ext>
            </a:extLst>
          </p:cNvPr>
          <p:cNvSpPr>
            <a:spLocks xmlns:a="http://schemas.openxmlformats.org/drawingml/2006/main" noGrp="1"/>
          </p:cNvSpPr>
          <p:nvPr/>
        </p:nvSpPr>
        <p:spPr>
          <a:xfrm xmlns:a="http://schemas.openxmlformats.org/drawingml/2006/main">
            <a:off x="609600" y="2781300"/>
            <a:ext cx="5410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F3248"/>
                </a:solidFill>
                <a:latin typeface="Malgun Gothic"/>
                <a:ea typeface="Malgun Gothic"/>
                <a:cs typeface="Malgun Gothic"/>
              </a:defRPr>
            </a:defPPr>
            <a:lvl1pPr algn="l">
              <a:defRPr sz="1875" b="0">
                <a:solidFill>
                  <a:srgbClr val="1F3248"/>
                </a:solidFill>
                <a:latin typeface="Malgun Gothic"/>
                <a:ea typeface="Malgun Gothic"/>
                <a:cs typeface="Malgun Gothic"/>
              </a:defRPr>
            </a:lvl1pPr>
            <a:lvl2pPr algn="l">
              <a:defRPr sz="1875" b="0">
                <a:solidFill>
                  <a:srgbClr val="1F3248"/>
                </a:solidFill>
                <a:latin typeface="Malgun Gothic"/>
                <a:ea typeface="Malgun Gothic"/>
                <a:cs typeface="Malgun Gothic"/>
              </a:defRPr>
            </a:lvl2pPr>
            <a:lvl3pPr algn="l">
              <a:defRPr sz="1875" b="0">
                <a:solidFill>
                  <a:srgbClr val="1F3248"/>
                </a:solidFill>
                <a:latin typeface="Malgun Gothic"/>
                <a:ea typeface="Malgun Gothic"/>
                <a:cs typeface="Malgun Gothic"/>
              </a:defRPr>
            </a:lvl3pPr>
            <a:lvl4pPr algn="l">
              <a:defRPr sz="1875" b="0">
                <a:solidFill>
                  <a:srgbClr val="1F3248"/>
                </a:solidFill>
                <a:latin typeface="Malgun Gothic"/>
                <a:ea typeface="Malgun Gothic"/>
                <a:cs typeface="Malgun Gothic"/>
              </a:defRPr>
            </a:lvl4pPr>
            <a:lvl5pPr algn="l">
              <a:defRPr sz="1875" b="0">
                <a:solidFill>
                  <a:srgbClr val="1F3248"/>
                </a:solidFill>
                <a:latin typeface="Malgun Gothic"/>
                <a:ea typeface="Malgun Gothic"/>
                <a:cs typeface="Malgun Gothic"/>
              </a:defRPr>
            </a:lvl5pPr>
            <a:lvl6pPr algn="l">
              <a:defRPr sz="1875" b="0">
                <a:solidFill>
                  <a:srgbClr val="1F3248"/>
                </a:solidFill>
                <a:latin typeface="Malgun Gothic"/>
                <a:ea typeface="Malgun Gothic"/>
                <a:cs typeface="Malgun Gothic"/>
              </a:defRPr>
            </a:lvl6pPr>
            <a:lvl7pPr algn="l">
              <a:defRPr sz="1875" b="0">
                <a:solidFill>
                  <a:srgbClr val="1F3248"/>
                </a:solidFill>
                <a:latin typeface="Malgun Gothic"/>
                <a:ea typeface="Malgun Gothic"/>
                <a:cs typeface="Malgun Gothic"/>
              </a:defRPr>
            </a:lvl7pPr>
            <a:lvl8pPr algn="l">
              <a:defRPr sz="1875" b="0">
                <a:solidFill>
                  <a:srgbClr val="1F3248"/>
                </a:solidFill>
                <a:latin typeface="Malgun Gothic"/>
                <a:ea typeface="Malgun Gothic"/>
                <a:cs typeface="Malgun Gothic"/>
              </a:defRPr>
            </a:lvl8pPr>
            <a:lvl9pPr algn="l">
              <a:defRPr sz="1875" b="0">
                <a:solidFill>
                  <a:srgbClr val="1F3248"/>
                </a:solidFill>
                <a:latin typeface="Malgun Gothic"/>
                <a:ea typeface="Malgun Gothic"/>
                <a:cs typeface="Malgun Gothic"/>
              </a:defRPr>
            </a:lvl9pPr>
          </a:lstStyle>
          <a:p xmlns:a="http://schemas.openxmlformats.org/drawingml/2006/main">
            <a:pPr algn="l">
              <a:lnSpc>
                <a:spcPct val="115000"/>
              </a:lnSpc>
              <a:buNone/>
              <a:defRPr sz="1875" b="0">
                <a:solidFill>
                  <a:srgbClr val="1F3248"/>
                </a:solidFill>
                <a:latin typeface="Malgun Gothic"/>
                <a:ea typeface="Malgun Gothic"/>
                <a:cs typeface="Malgun Gothic"/>
              </a:defRPr>
            </a:pPr>
            <a:r>
              <a:rPr sz="1875" b="0">
                <a:solidFill>
                  <a:srgbClr val="1F3248"/>
                </a:solidFill>
                <a:latin typeface="Malgun Gothic"/>
                <a:ea typeface="Malgun Gothic"/>
                <a:cs typeface="Malgun Gothic"/>
              </a:rPr>
              <a:t>MELSEC·LS XGT 등 통신 드라이버로 연결하고</a:t>
            </a:r>
          </a:p>
          <a:p xmlns:a="http://schemas.openxmlformats.org/drawingml/2006/main">
            <a:pPr algn="l">
              <a:lnSpc>
                <a:spcPct val="115000"/>
              </a:lnSpc>
              <a:buNone/>
              <a:defRPr sz="1875" b="0">
                <a:solidFill>
                  <a:srgbClr val="1F3248"/>
                </a:solidFill>
                <a:latin typeface="Malgun Gothic"/>
                <a:ea typeface="Malgun Gothic"/>
                <a:cs typeface="Malgun Gothic"/>
              </a:defRPr>
            </a:pPr>
            <a:r>
              <a:rPr sz="1875" b="0">
                <a:solidFill>
                  <a:srgbClr val="1F3248"/>
                </a:solidFill>
                <a:latin typeface="Malgun Gothic"/>
                <a:ea typeface="Malgun Gothic"/>
                <a:cs typeface="Malgun Gothic"/>
              </a:rPr>
              <a:t>연결 상태와 재연결을 관리합니다.</a:t>
            </a:r>
          </a:p>
        </p:txBody>
      </p:sp>
      <p:sp>
        <p:nvSpPr>
          <p:cNvPr id="7" name="직사각형 6">
            <a:extLst xmlns:a="http://schemas.openxmlformats.org/drawingml/2006/main">
              <a:ext uri="{FF2B5EF4-FFF2-40B4-BE49-F238E27FC236}">
                <a16:creationId xmlns:a16="http://schemas.microsoft.com/office/drawing/2014/main" id="{3063F9AA-ECB6-4F5E-A5B7-0747BEDEA22B}"/>
              </a:ext>
            </a:extLst>
          </p:cNvPr>
          <p:cNvSpPr>
            <a:spLocks xmlns:a="http://schemas.openxmlformats.org/drawingml/2006/main" noGrp="1"/>
          </p:cNvSpPr>
          <p:nvPr/>
        </p:nvSpPr>
        <p:spPr>
          <a:xfrm xmlns:a="http://schemas.openxmlformats.org/drawingml/2006/main">
            <a:off x="609600" y="379095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D223F"/>
                </a:solidFill>
                <a:latin typeface="Malgun Gothic"/>
                <a:ea typeface="Malgun Gothic"/>
                <a:cs typeface="Malgun Gothic"/>
              </a:defRPr>
            </a:defPPr>
            <a:lvl1pPr algn="l">
              <a:defRPr sz="2250" b="1">
                <a:solidFill>
                  <a:srgbClr val="0D223F"/>
                </a:solidFill>
                <a:latin typeface="Malgun Gothic"/>
                <a:ea typeface="Malgun Gothic"/>
                <a:cs typeface="Malgun Gothic"/>
              </a:defRPr>
            </a:lvl1pPr>
            <a:lvl2pPr algn="l">
              <a:defRPr sz="2250" b="1">
                <a:solidFill>
                  <a:srgbClr val="0D223F"/>
                </a:solidFill>
                <a:latin typeface="Malgun Gothic"/>
                <a:ea typeface="Malgun Gothic"/>
                <a:cs typeface="Malgun Gothic"/>
              </a:defRPr>
            </a:lvl2pPr>
            <a:lvl3pPr algn="l">
              <a:defRPr sz="2250" b="1">
                <a:solidFill>
                  <a:srgbClr val="0D223F"/>
                </a:solidFill>
                <a:latin typeface="Malgun Gothic"/>
                <a:ea typeface="Malgun Gothic"/>
                <a:cs typeface="Malgun Gothic"/>
              </a:defRPr>
            </a:lvl3pPr>
            <a:lvl4pPr algn="l">
              <a:defRPr sz="2250" b="1">
                <a:solidFill>
                  <a:srgbClr val="0D223F"/>
                </a:solidFill>
                <a:latin typeface="Malgun Gothic"/>
                <a:ea typeface="Malgun Gothic"/>
                <a:cs typeface="Malgun Gothic"/>
              </a:defRPr>
            </a:lvl4pPr>
            <a:lvl5pPr algn="l">
              <a:defRPr sz="2250" b="1">
                <a:solidFill>
                  <a:srgbClr val="0D223F"/>
                </a:solidFill>
                <a:latin typeface="Malgun Gothic"/>
                <a:ea typeface="Malgun Gothic"/>
                <a:cs typeface="Malgun Gothic"/>
              </a:defRPr>
            </a:lvl5pPr>
            <a:lvl6pPr algn="l">
              <a:defRPr sz="2250" b="1">
                <a:solidFill>
                  <a:srgbClr val="0D223F"/>
                </a:solidFill>
                <a:latin typeface="Malgun Gothic"/>
                <a:ea typeface="Malgun Gothic"/>
                <a:cs typeface="Malgun Gothic"/>
              </a:defRPr>
            </a:lvl6pPr>
            <a:lvl7pPr algn="l">
              <a:defRPr sz="2250" b="1">
                <a:solidFill>
                  <a:srgbClr val="0D223F"/>
                </a:solidFill>
                <a:latin typeface="Malgun Gothic"/>
                <a:ea typeface="Malgun Gothic"/>
                <a:cs typeface="Malgun Gothic"/>
              </a:defRPr>
            </a:lvl7pPr>
            <a:lvl8pPr algn="l">
              <a:defRPr sz="2250" b="1">
                <a:solidFill>
                  <a:srgbClr val="0D223F"/>
                </a:solidFill>
                <a:latin typeface="Malgun Gothic"/>
                <a:ea typeface="Malgun Gothic"/>
                <a:cs typeface="Malgun Gothic"/>
              </a:defRPr>
            </a:lvl8pPr>
            <a:lvl9pPr algn="l">
              <a:defRPr sz="2250" b="1">
                <a:solidFill>
                  <a:srgbClr val="0D223F"/>
                </a:solidFill>
                <a:latin typeface="Malgun Gothic"/>
                <a:ea typeface="Malgun Gothic"/>
                <a:cs typeface="Malgun Gothic"/>
              </a:defRPr>
            </a:lvl9pPr>
          </a:lstStyle>
          <a:p xmlns:a="http://schemas.openxmlformats.org/drawingml/2006/main">
            <a:pPr algn="l">
              <a:lnSpc>
                <a:spcPct val="115000"/>
              </a:lnSpc>
              <a:buNone/>
              <a:defRPr sz="2250" b="1">
                <a:solidFill>
                  <a:srgbClr val="0D223F"/>
                </a:solidFill>
                <a:latin typeface="Malgun Gothic"/>
                <a:ea typeface="Malgun Gothic"/>
                <a:cs typeface="Malgun Gothic"/>
              </a:defRPr>
            </a:pPr>
            <a:r>
              <a:rPr sz="2250" b="1">
                <a:solidFill>
                  <a:srgbClr val="0D223F"/>
                </a:solidFill>
                <a:latin typeface="Malgun Gothic"/>
                <a:ea typeface="Malgun Gothic"/>
                <a:cs typeface="Malgun Gothic"/>
              </a:rPr>
              <a:t>값과 품질, 시간</a:t>
            </a:r>
          </a:p>
        </p:txBody>
      </p:sp>
      <p:sp>
        <p:nvSpPr>
          <p:cNvPr id="8" name="직사각형 7">
            <a:extLst xmlns:a="http://schemas.openxmlformats.org/drawingml/2006/main">
              <a:ext uri="{FF2B5EF4-FFF2-40B4-BE49-F238E27FC236}">
                <a16:creationId xmlns:a16="http://schemas.microsoft.com/office/drawing/2014/main" id="{AC2C8F5E-3A75-45A7-832A-0E72CA55F416}"/>
              </a:ext>
            </a:extLst>
          </p:cNvPr>
          <p:cNvSpPr>
            <a:spLocks xmlns:a="http://schemas.openxmlformats.org/drawingml/2006/main" noGrp="1"/>
          </p:cNvSpPr>
          <p:nvPr/>
        </p:nvSpPr>
        <p:spPr>
          <a:xfrm xmlns:a="http://schemas.openxmlformats.org/drawingml/2006/main">
            <a:off x="609600" y="4295775"/>
            <a:ext cx="5410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F3248"/>
                </a:solidFill>
                <a:latin typeface="Malgun Gothic"/>
                <a:ea typeface="Malgun Gothic"/>
                <a:cs typeface="Malgun Gothic"/>
              </a:defRPr>
            </a:defPPr>
            <a:lvl1pPr algn="l">
              <a:defRPr sz="1875" b="0">
                <a:solidFill>
                  <a:srgbClr val="1F3248"/>
                </a:solidFill>
                <a:latin typeface="Malgun Gothic"/>
                <a:ea typeface="Malgun Gothic"/>
                <a:cs typeface="Malgun Gothic"/>
              </a:defRPr>
            </a:lvl1pPr>
            <a:lvl2pPr algn="l">
              <a:defRPr sz="1875" b="0">
                <a:solidFill>
                  <a:srgbClr val="1F3248"/>
                </a:solidFill>
                <a:latin typeface="Malgun Gothic"/>
                <a:ea typeface="Malgun Gothic"/>
                <a:cs typeface="Malgun Gothic"/>
              </a:defRPr>
            </a:lvl2pPr>
            <a:lvl3pPr algn="l">
              <a:defRPr sz="1875" b="0">
                <a:solidFill>
                  <a:srgbClr val="1F3248"/>
                </a:solidFill>
                <a:latin typeface="Malgun Gothic"/>
                <a:ea typeface="Malgun Gothic"/>
                <a:cs typeface="Malgun Gothic"/>
              </a:defRPr>
            </a:lvl3pPr>
            <a:lvl4pPr algn="l">
              <a:defRPr sz="1875" b="0">
                <a:solidFill>
                  <a:srgbClr val="1F3248"/>
                </a:solidFill>
                <a:latin typeface="Malgun Gothic"/>
                <a:ea typeface="Malgun Gothic"/>
                <a:cs typeface="Malgun Gothic"/>
              </a:defRPr>
            </a:lvl4pPr>
            <a:lvl5pPr algn="l">
              <a:defRPr sz="1875" b="0">
                <a:solidFill>
                  <a:srgbClr val="1F3248"/>
                </a:solidFill>
                <a:latin typeface="Malgun Gothic"/>
                <a:ea typeface="Malgun Gothic"/>
                <a:cs typeface="Malgun Gothic"/>
              </a:defRPr>
            </a:lvl5pPr>
            <a:lvl6pPr algn="l">
              <a:defRPr sz="1875" b="0">
                <a:solidFill>
                  <a:srgbClr val="1F3248"/>
                </a:solidFill>
                <a:latin typeface="Malgun Gothic"/>
                <a:ea typeface="Malgun Gothic"/>
                <a:cs typeface="Malgun Gothic"/>
              </a:defRPr>
            </a:lvl6pPr>
            <a:lvl7pPr algn="l">
              <a:defRPr sz="1875" b="0">
                <a:solidFill>
                  <a:srgbClr val="1F3248"/>
                </a:solidFill>
                <a:latin typeface="Malgun Gothic"/>
                <a:ea typeface="Malgun Gothic"/>
                <a:cs typeface="Malgun Gothic"/>
              </a:defRPr>
            </a:lvl7pPr>
            <a:lvl8pPr algn="l">
              <a:defRPr sz="1875" b="0">
                <a:solidFill>
                  <a:srgbClr val="1F3248"/>
                </a:solidFill>
                <a:latin typeface="Malgun Gothic"/>
                <a:ea typeface="Malgun Gothic"/>
                <a:cs typeface="Malgun Gothic"/>
              </a:defRPr>
            </a:lvl8pPr>
            <a:lvl9pPr algn="l">
              <a:defRPr sz="1875" b="0">
                <a:solidFill>
                  <a:srgbClr val="1F3248"/>
                </a:solidFill>
                <a:latin typeface="Malgun Gothic"/>
                <a:ea typeface="Malgun Gothic"/>
                <a:cs typeface="Malgun Gothic"/>
              </a:defRPr>
            </a:lvl9pPr>
          </a:lstStyle>
          <a:p xmlns:a="http://schemas.openxmlformats.org/drawingml/2006/main">
            <a:pPr algn="l">
              <a:lnSpc>
                <a:spcPct val="115000"/>
              </a:lnSpc>
              <a:buNone/>
              <a:defRPr sz="1875" b="0">
                <a:solidFill>
                  <a:srgbClr val="1F3248"/>
                </a:solidFill>
                <a:latin typeface="Malgun Gothic"/>
                <a:ea typeface="Malgun Gothic"/>
                <a:cs typeface="Malgun Gothic"/>
              </a:defRPr>
            </a:pPr>
            <a:r>
              <a:rPr sz="1875" b="0">
                <a:solidFill>
                  <a:srgbClr val="1F3248"/>
                </a:solidFill>
                <a:latin typeface="Malgun Gothic"/>
                <a:ea typeface="Malgun Gothic"/>
                <a:cs typeface="Malgun Gothic"/>
              </a:rPr>
              <a:t>태그의 값·품질·시간 정보를 관리하고</a:t>
            </a:r>
          </a:p>
          <a:p xmlns:a="http://schemas.openxmlformats.org/drawingml/2006/main">
            <a:pPr algn="l">
              <a:lnSpc>
                <a:spcPct val="115000"/>
              </a:lnSpc>
              <a:buNone/>
              <a:defRPr sz="1875" b="0">
                <a:solidFill>
                  <a:srgbClr val="1F3248"/>
                </a:solidFill>
                <a:latin typeface="Malgun Gothic"/>
                <a:ea typeface="Malgun Gothic"/>
                <a:cs typeface="Malgun Gothic"/>
              </a:defRPr>
            </a:pPr>
            <a:r>
              <a:rPr sz="1875" b="0">
                <a:solidFill>
                  <a:srgbClr val="1F3248"/>
                </a:solidFill>
                <a:latin typeface="Malgun Gothic"/>
                <a:ea typeface="Malgun Gothic"/>
                <a:cs typeface="Malgun Gothic"/>
              </a:rPr>
              <a:t>변경 구독으로 응용 프로그램에 전달합니다.</a:t>
            </a:r>
          </a:p>
        </p:txBody>
      </p:sp>
      <p:sp>
        <p:nvSpPr>
          <p:cNvPr id="9" name="직사각형 8">
            <a:extLst xmlns:a="http://schemas.openxmlformats.org/drawingml/2006/main">
              <a:ext uri="{FF2B5EF4-FFF2-40B4-BE49-F238E27FC236}">
                <a16:creationId xmlns:a16="http://schemas.microsoft.com/office/drawing/2014/main" id="{21C7D790-5FAC-4474-B530-E75B4C7D8477}"/>
              </a:ext>
            </a:extLst>
          </p:cNvPr>
          <p:cNvSpPr>
            <a:spLocks xmlns:a="http://schemas.openxmlformats.org/drawingml/2006/main" noGrp="1"/>
          </p:cNvSpPr>
          <p:nvPr/>
        </p:nvSpPr>
        <p:spPr>
          <a:xfrm xmlns:a="http://schemas.openxmlformats.org/drawingml/2006/main">
            <a:off x="609600" y="5400675"/>
            <a:ext cx="5334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85AC0"/>
                </a:solidFill>
                <a:latin typeface="Malgun Gothic"/>
                <a:ea typeface="Malgun Gothic"/>
                <a:cs typeface="Malgun Gothic"/>
              </a:defRPr>
            </a:defPPr>
            <a:lvl1pPr algn="l">
              <a:defRPr sz="1800" b="1">
                <a:solidFill>
                  <a:srgbClr val="185AC0"/>
                </a:solidFill>
                <a:latin typeface="Malgun Gothic"/>
                <a:ea typeface="Malgun Gothic"/>
                <a:cs typeface="Malgun Gothic"/>
              </a:defRPr>
            </a:lvl1pPr>
            <a:lvl2pPr algn="l">
              <a:defRPr sz="1800" b="1">
                <a:solidFill>
                  <a:srgbClr val="185AC0"/>
                </a:solidFill>
                <a:latin typeface="Malgun Gothic"/>
                <a:ea typeface="Malgun Gothic"/>
                <a:cs typeface="Malgun Gothic"/>
              </a:defRPr>
            </a:lvl2pPr>
            <a:lvl3pPr algn="l">
              <a:defRPr sz="1800" b="1">
                <a:solidFill>
                  <a:srgbClr val="185AC0"/>
                </a:solidFill>
                <a:latin typeface="Malgun Gothic"/>
                <a:ea typeface="Malgun Gothic"/>
                <a:cs typeface="Malgun Gothic"/>
              </a:defRPr>
            </a:lvl3pPr>
            <a:lvl4pPr algn="l">
              <a:defRPr sz="1800" b="1">
                <a:solidFill>
                  <a:srgbClr val="185AC0"/>
                </a:solidFill>
                <a:latin typeface="Malgun Gothic"/>
                <a:ea typeface="Malgun Gothic"/>
                <a:cs typeface="Malgun Gothic"/>
              </a:defRPr>
            </a:lvl4pPr>
            <a:lvl5pPr algn="l">
              <a:defRPr sz="1800" b="1">
                <a:solidFill>
                  <a:srgbClr val="185AC0"/>
                </a:solidFill>
                <a:latin typeface="Malgun Gothic"/>
                <a:ea typeface="Malgun Gothic"/>
                <a:cs typeface="Malgun Gothic"/>
              </a:defRPr>
            </a:lvl5pPr>
            <a:lvl6pPr algn="l">
              <a:defRPr sz="1800" b="1">
                <a:solidFill>
                  <a:srgbClr val="185AC0"/>
                </a:solidFill>
                <a:latin typeface="Malgun Gothic"/>
                <a:ea typeface="Malgun Gothic"/>
                <a:cs typeface="Malgun Gothic"/>
              </a:defRPr>
            </a:lvl6pPr>
            <a:lvl7pPr algn="l">
              <a:defRPr sz="1800" b="1">
                <a:solidFill>
                  <a:srgbClr val="185AC0"/>
                </a:solidFill>
                <a:latin typeface="Malgun Gothic"/>
                <a:ea typeface="Malgun Gothic"/>
                <a:cs typeface="Malgun Gothic"/>
              </a:defRPr>
            </a:lvl7pPr>
            <a:lvl8pPr algn="l">
              <a:defRPr sz="1800" b="1">
                <a:solidFill>
                  <a:srgbClr val="185AC0"/>
                </a:solidFill>
                <a:latin typeface="Malgun Gothic"/>
                <a:ea typeface="Malgun Gothic"/>
                <a:cs typeface="Malgun Gothic"/>
              </a:defRPr>
            </a:lvl8pPr>
            <a:lvl9pPr algn="l">
              <a:defRPr sz="1800" b="1">
                <a:solidFill>
                  <a:srgbClr val="185AC0"/>
                </a:solidFill>
                <a:latin typeface="Malgun Gothic"/>
                <a:ea typeface="Malgun Gothic"/>
                <a:cs typeface="Malgun Gothic"/>
              </a:defRPr>
            </a:lvl9pPr>
          </a:lstStyle>
          <a:p xmlns:a="http://schemas.openxmlformats.org/drawingml/2006/main">
            <a:pPr algn="l">
              <a:lnSpc>
                <a:spcPct val="115000"/>
              </a:lnSpc>
              <a:buNone/>
              <a:defRPr sz="1800" b="1">
                <a:solidFill>
                  <a:srgbClr val="185AC0"/>
                </a:solidFill>
                <a:latin typeface="Malgun Gothic"/>
                <a:ea typeface="Malgun Gothic"/>
                <a:cs typeface="Malgun Gothic"/>
              </a:defRPr>
            </a:pPr>
            <a:r>
              <a:rPr sz="1800" b="1">
                <a:solidFill>
                  <a:srgbClr val="185AC0"/>
                </a:solidFill>
                <a:latin typeface="Malgun Gothic"/>
                <a:ea typeface="Malgun Gothic"/>
                <a:cs typeface="Malgun Gothic"/>
              </a:rPr>
              <a:t>OPC UA와 SDK로 상위 시스템 및</a:t>
            </a:r>
          </a:p>
          <a:p xmlns:a="http://schemas.openxmlformats.org/drawingml/2006/main">
            <a:pPr algn="l">
              <a:lnSpc>
                <a:spcPct val="115000"/>
              </a:lnSpc>
              <a:buNone/>
              <a:defRPr sz="1800" b="1">
                <a:solidFill>
                  <a:srgbClr val="185AC0"/>
                </a:solidFill>
                <a:latin typeface="Malgun Gothic"/>
                <a:ea typeface="Malgun Gothic"/>
                <a:cs typeface="Malgun Gothic"/>
              </a:defRPr>
            </a:pPr>
            <a:r>
              <a:rPr sz="1800" b="1">
                <a:solidFill>
                  <a:srgbClr val="185AC0"/>
                </a:solidFill>
                <a:latin typeface="Malgun Gothic"/>
                <a:ea typeface="Malgun Gothic"/>
                <a:cs typeface="Malgun Gothic"/>
              </a:rPr>
              <a:t>맞춤형 프로그램을 연동합니다.</a:t>
            </a:r>
          </a:p>
        </p:txBody>
      </p:sp>
      <p:pic>
        <p:nvPicPr>
          <p:cNvPr id="10" name="그림 9">
            <a:extLst xmlns:a="http://schemas.openxmlformats.org/drawingml/2006/main">
              <a:ext uri="{FF2B5EF4-FFF2-40B4-BE49-F238E27FC236}">
                <a16:creationId xmlns:a16="http://schemas.microsoft.com/office/drawing/2014/main" id="{FE332946-1745-4A79-A41A-38C626585AF5}"/>
              </a:ext>
            </a:extLst>
          </p:cNvPr>
          <p:cNvPicPr>
            <a:picLocks xmlns:a="http://schemas.openxmlformats.org/drawingml/2006/main" noChangeAspect="1"/>
          </p:cNvPicPr>
          <p:nvPr/>
        </p:nvPicPr>
        <p:blipFill>
          <a:blip xmlns:r="http://schemas.openxmlformats.org/officeDocument/2006/relationships" xmlns:a="http://schemas.openxmlformats.org/drawingml/2006/main" r:embed="R7cd22741c84b4c3e"/>
          <a:srcRect xmlns:a="http://schemas.openxmlformats.org/drawingml/2006/main" l="4667" t="0" r="4667" b="0"/>
          <a:stretch xmlns:a="http://schemas.openxmlformats.org/drawingml/2006/main">
            <a:fillRect l="0" t="0" r="0" b="0"/>
          </a:stretch>
        </p:blipFill>
        <p:spPr>
          <a:xfrm xmlns:a="http://schemas.openxmlformats.org/drawingml/2006/main">
            <a:off x="6400800" y="2238375"/>
            <a:ext cx="5181600" cy="3810000"/>
          </a:xfrm>
          <a:prstGeom xmlns:a="http://schemas.openxmlformats.org/drawingml/2006/main" prst="rect">
            <a:avLst/>
          </a:prstGeom>
        </p:spPr>
      </p:pic>
    </p:spTree>
    <p:extLst>
      <p:ext uri="{BB962C8B-B14F-4D97-AF65-F5344CB8AC3E}">
        <p14:creationId xmlns:p14="http://schemas.microsoft.com/office/powerpoint/2010/main" val="1499900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직사각형 10">
            <a:extLst xmlns:a="http://schemas.openxmlformats.org/drawingml/2006/main">
              <a:ext uri="{FF2B5EF4-FFF2-40B4-BE49-F238E27FC236}">
                <a16:creationId xmlns:a16="http://schemas.microsoft.com/office/drawing/2014/main" id="{D0BA202D-219F-40CB-8711-8CEC436FEEAA}"/>
              </a:ext>
            </a:extLst>
          </p:cNvPr>
          <p:cNvSpPr>
            <a:spLocks xmlns:a="http://schemas.openxmlformats.org/drawingml/2006/main" noGrp="1"/>
          </p:cNvSpPr>
          <p:nvPr/>
        </p:nvSpPr>
        <p:spPr>
          <a:xfrm xmlns:a="http://schemas.openxmlformats.org/drawingml/2006/main">
            <a:off x="609600" y="5334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D223F"/>
                </a:solidFill>
                <a:latin typeface="Malgun Gothic"/>
                <a:ea typeface="Malgun Gothic"/>
                <a:cs typeface="Malgun Gothic"/>
              </a:defRPr>
            </a:defPPr>
            <a:lvl1pPr algn="l">
              <a:defRPr sz="3300" b="1">
                <a:solidFill>
                  <a:srgbClr val="0D223F"/>
                </a:solidFill>
                <a:latin typeface="Malgun Gothic"/>
                <a:ea typeface="Malgun Gothic"/>
                <a:cs typeface="Malgun Gothic"/>
              </a:defRPr>
            </a:lvl1pPr>
            <a:lvl2pPr algn="l">
              <a:defRPr sz="3300" b="1">
                <a:solidFill>
                  <a:srgbClr val="0D223F"/>
                </a:solidFill>
                <a:latin typeface="Malgun Gothic"/>
                <a:ea typeface="Malgun Gothic"/>
                <a:cs typeface="Malgun Gothic"/>
              </a:defRPr>
            </a:lvl2pPr>
            <a:lvl3pPr algn="l">
              <a:defRPr sz="3300" b="1">
                <a:solidFill>
                  <a:srgbClr val="0D223F"/>
                </a:solidFill>
                <a:latin typeface="Malgun Gothic"/>
                <a:ea typeface="Malgun Gothic"/>
                <a:cs typeface="Malgun Gothic"/>
              </a:defRPr>
            </a:lvl3pPr>
            <a:lvl4pPr algn="l">
              <a:defRPr sz="3300" b="1">
                <a:solidFill>
                  <a:srgbClr val="0D223F"/>
                </a:solidFill>
                <a:latin typeface="Malgun Gothic"/>
                <a:ea typeface="Malgun Gothic"/>
                <a:cs typeface="Malgun Gothic"/>
              </a:defRPr>
            </a:lvl4pPr>
            <a:lvl5pPr algn="l">
              <a:defRPr sz="3300" b="1">
                <a:solidFill>
                  <a:srgbClr val="0D223F"/>
                </a:solidFill>
                <a:latin typeface="Malgun Gothic"/>
                <a:ea typeface="Malgun Gothic"/>
                <a:cs typeface="Malgun Gothic"/>
              </a:defRPr>
            </a:lvl5pPr>
            <a:lvl6pPr algn="l">
              <a:defRPr sz="3300" b="1">
                <a:solidFill>
                  <a:srgbClr val="0D223F"/>
                </a:solidFill>
                <a:latin typeface="Malgun Gothic"/>
                <a:ea typeface="Malgun Gothic"/>
                <a:cs typeface="Malgun Gothic"/>
              </a:defRPr>
            </a:lvl6pPr>
            <a:lvl7pPr algn="l">
              <a:defRPr sz="3300" b="1">
                <a:solidFill>
                  <a:srgbClr val="0D223F"/>
                </a:solidFill>
                <a:latin typeface="Malgun Gothic"/>
                <a:ea typeface="Malgun Gothic"/>
                <a:cs typeface="Malgun Gothic"/>
              </a:defRPr>
            </a:lvl7pPr>
            <a:lvl8pPr algn="l">
              <a:defRPr sz="3300" b="1">
                <a:solidFill>
                  <a:srgbClr val="0D223F"/>
                </a:solidFill>
                <a:latin typeface="Malgun Gothic"/>
                <a:ea typeface="Malgun Gothic"/>
                <a:cs typeface="Malgun Gothic"/>
              </a:defRPr>
            </a:lvl8pPr>
            <a:lvl9pPr algn="l">
              <a:defRPr sz="3300" b="1">
                <a:solidFill>
                  <a:srgbClr val="0D223F"/>
                </a:solidFill>
                <a:latin typeface="Malgun Gothic"/>
                <a:ea typeface="Malgun Gothic"/>
                <a:cs typeface="Malgun Gothic"/>
              </a:defRPr>
            </a:lvl9pPr>
          </a:lstStyle>
          <a:p xmlns:a="http://schemas.openxmlformats.org/drawingml/2006/main">
            <a:pPr algn="l">
              <a:lnSpc>
                <a:spcPct val="115000"/>
              </a:lnSpc>
              <a:buNone/>
              <a:defRPr sz="3300" b="1">
                <a:solidFill>
                  <a:srgbClr val="0D223F"/>
                </a:solidFill>
                <a:latin typeface="Malgun Gothic"/>
                <a:ea typeface="Malgun Gothic"/>
                <a:cs typeface="Malgun Gothic"/>
              </a:defRPr>
            </a:pPr>
            <a:r>
              <a:rPr sz="3300" b="1">
                <a:solidFill>
                  <a:srgbClr val="0D223F"/>
                </a:solidFill>
                <a:latin typeface="Malgun Gothic"/>
                <a:ea typeface="Malgun Gothic"/>
                <a:cs typeface="Malgun Gothic"/>
              </a:rPr>
              <a:t>JView</a:t>
            </a:r>
          </a:p>
        </p:txBody>
      </p:sp>
      <p:sp>
        <p:nvSpPr>
          <p:cNvPr id="2" name="직사각형 1">
            <a:extLst xmlns:a="http://schemas.openxmlformats.org/drawingml/2006/main">
              <a:ext uri="{FF2B5EF4-FFF2-40B4-BE49-F238E27FC236}">
                <a16:creationId xmlns:a16="http://schemas.microsoft.com/office/drawing/2014/main" id="{1DDB37F3-106D-4658-9343-02B11BACFCF7}"/>
              </a:ext>
            </a:extLst>
          </p:cNvPr>
          <p:cNvSpPr>
            <a:spLocks xmlns:a="http://schemas.openxmlformats.org/drawingml/2006/main" noGrp="1"/>
          </p:cNvSpPr>
          <p:nvPr/>
        </p:nvSpPr>
        <p:spPr>
          <a:xfrm xmlns:a="http://schemas.openxmlformats.org/drawingml/2006/main">
            <a:off x="628650" y="1362075"/>
            <a:ext cx="10839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1748A"/>
                </a:solidFill>
                <a:latin typeface="Malgun Gothic"/>
                <a:ea typeface="Malgun Gothic"/>
                <a:cs typeface="Malgun Gothic"/>
              </a:defRPr>
            </a:defPPr>
            <a:lvl1pPr algn="l">
              <a:defRPr sz="1800" b="0">
                <a:solidFill>
                  <a:srgbClr val="61748A"/>
                </a:solidFill>
                <a:latin typeface="Malgun Gothic"/>
                <a:ea typeface="Malgun Gothic"/>
                <a:cs typeface="Malgun Gothic"/>
              </a:defRPr>
            </a:lvl1pPr>
            <a:lvl2pPr algn="l">
              <a:defRPr sz="1800" b="0">
                <a:solidFill>
                  <a:srgbClr val="61748A"/>
                </a:solidFill>
                <a:latin typeface="Malgun Gothic"/>
                <a:ea typeface="Malgun Gothic"/>
                <a:cs typeface="Malgun Gothic"/>
              </a:defRPr>
            </a:lvl2pPr>
            <a:lvl3pPr algn="l">
              <a:defRPr sz="1800" b="0">
                <a:solidFill>
                  <a:srgbClr val="61748A"/>
                </a:solidFill>
                <a:latin typeface="Malgun Gothic"/>
                <a:ea typeface="Malgun Gothic"/>
                <a:cs typeface="Malgun Gothic"/>
              </a:defRPr>
            </a:lvl3pPr>
            <a:lvl4pPr algn="l">
              <a:defRPr sz="1800" b="0">
                <a:solidFill>
                  <a:srgbClr val="61748A"/>
                </a:solidFill>
                <a:latin typeface="Malgun Gothic"/>
                <a:ea typeface="Malgun Gothic"/>
                <a:cs typeface="Malgun Gothic"/>
              </a:defRPr>
            </a:lvl4pPr>
            <a:lvl5pPr algn="l">
              <a:defRPr sz="1800" b="0">
                <a:solidFill>
                  <a:srgbClr val="61748A"/>
                </a:solidFill>
                <a:latin typeface="Malgun Gothic"/>
                <a:ea typeface="Malgun Gothic"/>
                <a:cs typeface="Malgun Gothic"/>
              </a:defRPr>
            </a:lvl5pPr>
            <a:lvl6pPr algn="l">
              <a:defRPr sz="1800" b="0">
                <a:solidFill>
                  <a:srgbClr val="61748A"/>
                </a:solidFill>
                <a:latin typeface="Malgun Gothic"/>
                <a:ea typeface="Malgun Gothic"/>
                <a:cs typeface="Malgun Gothic"/>
              </a:defRPr>
            </a:lvl6pPr>
            <a:lvl7pPr algn="l">
              <a:defRPr sz="1800" b="0">
                <a:solidFill>
                  <a:srgbClr val="61748A"/>
                </a:solidFill>
                <a:latin typeface="Malgun Gothic"/>
                <a:ea typeface="Malgun Gothic"/>
                <a:cs typeface="Malgun Gothic"/>
              </a:defRPr>
            </a:lvl7pPr>
            <a:lvl8pPr algn="l">
              <a:defRPr sz="1800" b="0">
                <a:solidFill>
                  <a:srgbClr val="61748A"/>
                </a:solidFill>
                <a:latin typeface="Malgun Gothic"/>
                <a:ea typeface="Malgun Gothic"/>
                <a:cs typeface="Malgun Gothic"/>
              </a:defRPr>
            </a:lvl8pPr>
            <a:lvl9pPr algn="l">
              <a:defRPr sz="1800" b="0">
                <a:solidFill>
                  <a:srgbClr val="61748A"/>
                </a:solidFill>
                <a:latin typeface="Malgun Gothic"/>
                <a:ea typeface="Malgun Gothic"/>
                <a:cs typeface="Malgun Gothic"/>
              </a:defRPr>
            </a:lvl9pPr>
          </a:lstStyle>
          <a:p xmlns:a="http://schemas.openxmlformats.org/drawingml/2006/main">
            <a:pPr algn="l">
              <a:lnSpc>
                <a:spcPct val="115000"/>
              </a:lnSpc>
              <a:buNone/>
              <a:defRPr sz="1800" b="0">
                <a:solidFill>
                  <a:srgbClr val="61748A"/>
                </a:solidFill>
                <a:latin typeface="Malgun Gothic"/>
                <a:ea typeface="Malgun Gothic"/>
                <a:cs typeface="Malgun Gothic"/>
              </a:defRPr>
            </a:pPr>
            <a:r>
              <a:rPr sz="1800" b="0">
                <a:solidFill>
                  <a:srgbClr val="61748A"/>
                </a:solidFill>
                <a:latin typeface="Malgun Gothic"/>
                <a:ea typeface="Malgun Gothic"/>
                <a:cs typeface="Malgun Gothic"/>
              </a:rPr>
              <a:t>Designer와 Runtime이 웹에서 동작하는 SCADA / HMI</a:t>
            </a:r>
          </a:p>
        </p:txBody>
      </p:sp>
      <p:sp>
        <p:nvSpPr>
          <p:cNvPr id="3" name="직사각형 2">
            <a:extLst xmlns:a="http://schemas.openxmlformats.org/drawingml/2006/main">
              <a:ext uri="{FF2B5EF4-FFF2-40B4-BE49-F238E27FC236}">
                <a16:creationId xmlns:a16="http://schemas.microsoft.com/office/drawing/2014/main" id="{5E2B7F1A-1511-4A11-AA89-CB0237E749AD}"/>
              </a:ext>
            </a:extLst>
          </p:cNvPr>
          <p:cNvSpPr>
            <a:spLocks xmlns:a="http://schemas.openxmlformats.org/drawingml/2006/main" noGrp="1"/>
          </p:cNvSpPr>
          <p:nvPr/>
        </p:nvSpPr>
        <p:spPr>
          <a:xfrm xmlns:a="http://schemas.openxmlformats.org/drawingml/2006/main">
            <a:off x="609600" y="6400800"/>
            <a:ext cx="333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JAYONSTUDIO</a:t>
            </a:r>
          </a:p>
        </p:txBody>
      </p:sp>
      <p:sp>
        <p:nvSpPr>
          <p:cNvPr id="4" name="직사각형 3">
            <a:extLst xmlns:a="http://schemas.openxmlformats.org/drawingml/2006/main">
              <a:ext uri="{FF2B5EF4-FFF2-40B4-BE49-F238E27FC236}">
                <a16:creationId xmlns:a16="http://schemas.microsoft.com/office/drawing/2014/main" id="{878FBC17-B675-490D-9540-52E67A49FB6A}"/>
              </a:ext>
            </a:extLst>
          </p:cNvPr>
          <p:cNvSpPr>
            <a:spLocks xmlns:a="http://schemas.openxmlformats.org/drawingml/2006/main" noGrp="1"/>
          </p:cNvSpPr>
          <p:nvPr/>
        </p:nvSpPr>
        <p:spPr>
          <a:xfrm xmlns:a="http://schemas.openxmlformats.org/drawingml/2006/main">
            <a:off x="11029950" y="64008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05</a:t>
            </a:r>
          </a:p>
        </p:txBody>
      </p:sp>
      <p:sp>
        <p:nvSpPr>
          <p:cNvPr id="5" name="직사각형 4">
            <a:extLst xmlns:a="http://schemas.openxmlformats.org/drawingml/2006/main">
              <a:ext uri="{FF2B5EF4-FFF2-40B4-BE49-F238E27FC236}">
                <a16:creationId xmlns:a16="http://schemas.microsoft.com/office/drawing/2014/main" id="{1ABCAFAE-1204-47A7-8645-2BD6AB4C798B}"/>
              </a:ext>
            </a:extLst>
          </p:cNvPr>
          <p:cNvSpPr>
            <a:spLocks xmlns:a="http://schemas.openxmlformats.org/drawingml/2006/main" noGrp="1"/>
          </p:cNvSpPr>
          <p:nvPr/>
        </p:nvSpPr>
        <p:spPr>
          <a:xfrm xmlns:a="http://schemas.openxmlformats.org/drawingml/2006/main">
            <a:off x="609600" y="220980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0D223F"/>
                </a:solidFill>
                <a:latin typeface="Malgun Gothic"/>
                <a:ea typeface="Malgun Gothic"/>
                <a:cs typeface="Malgun Gothic"/>
              </a:defRPr>
            </a:defPPr>
            <a:lvl1pPr algn="l">
              <a:defRPr sz="2400" b="1">
                <a:solidFill>
                  <a:srgbClr val="0D223F"/>
                </a:solidFill>
                <a:latin typeface="Malgun Gothic"/>
                <a:ea typeface="Malgun Gothic"/>
                <a:cs typeface="Malgun Gothic"/>
              </a:defRPr>
            </a:lvl1pPr>
            <a:lvl2pPr algn="l">
              <a:defRPr sz="2400" b="1">
                <a:solidFill>
                  <a:srgbClr val="0D223F"/>
                </a:solidFill>
                <a:latin typeface="Malgun Gothic"/>
                <a:ea typeface="Malgun Gothic"/>
                <a:cs typeface="Malgun Gothic"/>
              </a:defRPr>
            </a:lvl2pPr>
            <a:lvl3pPr algn="l">
              <a:defRPr sz="2400" b="1">
                <a:solidFill>
                  <a:srgbClr val="0D223F"/>
                </a:solidFill>
                <a:latin typeface="Malgun Gothic"/>
                <a:ea typeface="Malgun Gothic"/>
                <a:cs typeface="Malgun Gothic"/>
              </a:defRPr>
            </a:lvl3pPr>
            <a:lvl4pPr algn="l">
              <a:defRPr sz="2400" b="1">
                <a:solidFill>
                  <a:srgbClr val="0D223F"/>
                </a:solidFill>
                <a:latin typeface="Malgun Gothic"/>
                <a:ea typeface="Malgun Gothic"/>
                <a:cs typeface="Malgun Gothic"/>
              </a:defRPr>
            </a:lvl4pPr>
            <a:lvl5pPr algn="l">
              <a:defRPr sz="2400" b="1">
                <a:solidFill>
                  <a:srgbClr val="0D223F"/>
                </a:solidFill>
                <a:latin typeface="Malgun Gothic"/>
                <a:ea typeface="Malgun Gothic"/>
                <a:cs typeface="Malgun Gothic"/>
              </a:defRPr>
            </a:lvl5pPr>
            <a:lvl6pPr algn="l">
              <a:defRPr sz="2400" b="1">
                <a:solidFill>
                  <a:srgbClr val="0D223F"/>
                </a:solidFill>
                <a:latin typeface="Malgun Gothic"/>
                <a:ea typeface="Malgun Gothic"/>
                <a:cs typeface="Malgun Gothic"/>
              </a:defRPr>
            </a:lvl6pPr>
            <a:lvl7pPr algn="l">
              <a:defRPr sz="2400" b="1">
                <a:solidFill>
                  <a:srgbClr val="0D223F"/>
                </a:solidFill>
                <a:latin typeface="Malgun Gothic"/>
                <a:ea typeface="Malgun Gothic"/>
                <a:cs typeface="Malgun Gothic"/>
              </a:defRPr>
            </a:lvl7pPr>
            <a:lvl8pPr algn="l">
              <a:defRPr sz="2400" b="1">
                <a:solidFill>
                  <a:srgbClr val="0D223F"/>
                </a:solidFill>
                <a:latin typeface="Malgun Gothic"/>
                <a:ea typeface="Malgun Gothic"/>
                <a:cs typeface="Malgun Gothic"/>
              </a:defRPr>
            </a:lvl8pPr>
            <a:lvl9pPr algn="l">
              <a:defRPr sz="2400" b="1">
                <a:solidFill>
                  <a:srgbClr val="0D223F"/>
                </a:solidFill>
                <a:latin typeface="Malgun Gothic"/>
                <a:ea typeface="Malgun Gothic"/>
                <a:cs typeface="Malgun Gothic"/>
              </a:defRPr>
            </a:lvl9pPr>
          </a:lstStyle>
          <a:p xmlns:a="http://schemas.openxmlformats.org/drawingml/2006/main">
            <a:pPr algn="l">
              <a:lnSpc>
                <a:spcPct val="115000"/>
              </a:lnSpc>
              <a:buNone/>
              <a:defRPr sz="2400" b="1">
                <a:solidFill>
                  <a:srgbClr val="0D223F"/>
                </a:solidFill>
                <a:latin typeface="Malgun Gothic"/>
                <a:ea typeface="Malgun Gothic"/>
                <a:cs typeface="Malgun Gothic"/>
              </a:defRPr>
            </a:pPr>
            <a:r>
              <a:rPr sz="2400" b="1">
                <a:solidFill>
                  <a:srgbClr val="0D223F"/>
                </a:solidFill>
                <a:latin typeface="Malgun Gothic"/>
                <a:ea typeface="Malgun Gothic"/>
                <a:cs typeface="Malgun Gothic"/>
              </a:rPr>
              <a:t>웹에서 화면을 설계하고 운영합니다</a:t>
            </a:r>
          </a:p>
        </p:txBody>
      </p:sp>
      <p:pic>
        <p:nvPicPr>
          <p:cNvPr id="6" name="그림 5">
            <a:extLst xmlns:a="http://schemas.openxmlformats.org/drawingml/2006/main">
              <a:ext uri="{FF2B5EF4-FFF2-40B4-BE49-F238E27FC236}">
                <a16:creationId xmlns:a16="http://schemas.microsoft.com/office/drawing/2014/main" id="{C279DB12-E0B5-453F-92FE-8C9D2A1F2F32}"/>
              </a:ext>
            </a:extLst>
          </p:cNvPr>
          <p:cNvPicPr>
            <a:picLocks xmlns:a="http://schemas.openxmlformats.org/drawingml/2006/main" noChangeAspect="1"/>
          </p:cNvPicPr>
          <p:nvPr/>
        </p:nvPicPr>
        <p:blipFill>
          <a:blip xmlns:r="http://schemas.openxmlformats.org/officeDocument/2006/relationships" xmlns:a="http://schemas.openxmlformats.org/drawingml/2006/main" r:embed="Rb4973e368f5f4248"/>
          <a:stretch xmlns:a="http://schemas.openxmlformats.org/drawingml/2006/main"/>
        </p:blipFill>
        <p:spPr>
          <a:xfrm xmlns:a="http://schemas.openxmlformats.org/drawingml/2006/main">
            <a:off x="1544108" y="3000375"/>
            <a:ext cx="5198533" cy="2924175"/>
          </a:xfrm>
          <a:prstGeom xmlns:a="http://schemas.openxmlformats.org/drawingml/2006/main" prst="rect">
            <a:avLst/>
          </a:prstGeom>
        </p:spPr>
      </p:pic>
      <p:sp>
        <p:nvSpPr>
          <p:cNvPr id="7" name="직사각형 6">
            <a:extLst xmlns:a="http://schemas.openxmlformats.org/drawingml/2006/main">
              <a:ext uri="{FF2B5EF4-FFF2-40B4-BE49-F238E27FC236}">
                <a16:creationId xmlns:a16="http://schemas.microsoft.com/office/drawing/2014/main" id="{911ABF00-9F95-4332-8D13-5F5C209A45CC}"/>
              </a:ext>
            </a:extLst>
          </p:cNvPr>
          <p:cNvSpPr>
            <a:spLocks xmlns:a="http://schemas.openxmlformats.org/drawingml/2006/main" noGrp="1"/>
          </p:cNvSpPr>
          <p:nvPr/>
        </p:nvSpPr>
        <p:spPr>
          <a:xfrm xmlns:a="http://schemas.openxmlformats.org/drawingml/2006/main">
            <a:off x="8210550" y="304800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85AC0"/>
                </a:solidFill>
                <a:latin typeface="Malgun Gothic"/>
                <a:ea typeface="Malgun Gothic"/>
                <a:cs typeface="Malgun Gothic"/>
              </a:defRPr>
            </a:defPPr>
            <a:lvl1pPr algn="l">
              <a:defRPr sz="2100" b="1">
                <a:solidFill>
                  <a:srgbClr val="185AC0"/>
                </a:solidFill>
                <a:latin typeface="Malgun Gothic"/>
                <a:ea typeface="Malgun Gothic"/>
                <a:cs typeface="Malgun Gothic"/>
              </a:defRPr>
            </a:lvl1pPr>
            <a:lvl2pPr algn="l">
              <a:defRPr sz="2100" b="1">
                <a:solidFill>
                  <a:srgbClr val="185AC0"/>
                </a:solidFill>
                <a:latin typeface="Malgun Gothic"/>
                <a:ea typeface="Malgun Gothic"/>
                <a:cs typeface="Malgun Gothic"/>
              </a:defRPr>
            </a:lvl2pPr>
            <a:lvl3pPr algn="l">
              <a:defRPr sz="2100" b="1">
                <a:solidFill>
                  <a:srgbClr val="185AC0"/>
                </a:solidFill>
                <a:latin typeface="Malgun Gothic"/>
                <a:ea typeface="Malgun Gothic"/>
                <a:cs typeface="Malgun Gothic"/>
              </a:defRPr>
            </a:lvl3pPr>
            <a:lvl4pPr algn="l">
              <a:defRPr sz="2100" b="1">
                <a:solidFill>
                  <a:srgbClr val="185AC0"/>
                </a:solidFill>
                <a:latin typeface="Malgun Gothic"/>
                <a:ea typeface="Malgun Gothic"/>
                <a:cs typeface="Malgun Gothic"/>
              </a:defRPr>
            </a:lvl4pPr>
            <a:lvl5pPr algn="l">
              <a:defRPr sz="2100" b="1">
                <a:solidFill>
                  <a:srgbClr val="185AC0"/>
                </a:solidFill>
                <a:latin typeface="Malgun Gothic"/>
                <a:ea typeface="Malgun Gothic"/>
                <a:cs typeface="Malgun Gothic"/>
              </a:defRPr>
            </a:lvl5pPr>
            <a:lvl6pPr algn="l">
              <a:defRPr sz="2100" b="1">
                <a:solidFill>
                  <a:srgbClr val="185AC0"/>
                </a:solidFill>
                <a:latin typeface="Malgun Gothic"/>
                <a:ea typeface="Malgun Gothic"/>
                <a:cs typeface="Malgun Gothic"/>
              </a:defRPr>
            </a:lvl6pPr>
            <a:lvl7pPr algn="l">
              <a:defRPr sz="2100" b="1">
                <a:solidFill>
                  <a:srgbClr val="185AC0"/>
                </a:solidFill>
                <a:latin typeface="Malgun Gothic"/>
                <a:ea typeface="Malgun Gothic"/>
                <a:cs typeface="Malgun Gothic"/>
              </a:defRPr>
            </a:lvl7pPr>
            <a:lvl8pPr algn="l">
              <a:defRPr sz="2100" b="1">
                <a:solidFill>
                  <a:srgbClr val="185AC0"/>
                </a:solidFill>
                <a:latin typeface="Malgun Gothic"/>
                <a:ea typeface="Malgun Gothic"/>
                <a:cs typeface="Malgun Gothic"/>
              </a:defRPr>
            </a:lvl8pPr>
            <a:lvl9pPr algn="l">
              <a:defRPr sz="2100" b="1">
                <a:solidFill>
                  <a:srgbClr val="185AC0"/>
                </a:solidFill>
                <a:latin typeface="Malgun Gothic"/>
                <a:ea typeface="Malgun Gothic"/>
                <a:cs typeface="Malgun Gothic"/>
              </a:defRPr>
            </a:lvl9pPr>
          </a:lstStyle>
          <a:p xmlns:a="http://schemas.openxmlformats.org/drawingml/2006/main">
            <a:pPr algn="l">
              <a:lnSpc>
                <a:spcPct val="115000"/>
              </a:lnSpc>
              <a:buNone/>
              <a:defRPr sz="2100" b="1">
                <a:solidFill>
                  <a:srgbClr val="185AC0"/>
                </a:solidFill>
                <a:latin typeface="Malgun Gothic"/>
                <a:ea typeface="Malgun Gothic"/>
                <a:cs typeface="Malgun Gothic"/>
              </a:defRPr>
            </a:pPr>
            <a:r>
              <a:rPr sz="2100" b="1">
                <a:solidFill>
                  <a:srgbClr val="185AC0"/>
                </a:solidFill>
                <a:latin typeface="Malgun Gothic"/>
                <a:ea typeface="Malgun Gothic"/>
                <a:cs typeface="Malgun Gothic"/>
              </a:rPr>
              <a:t>Designer</a:t>
            </a:r>
          </a:p>
        </p:txBody>
      </p:sp>
      <p:sp>
        <p:nvSpPr>
          <p:cNvPr id="8" name="직사각형 7">
            <a:extLst xmlns:a="http://schemas.openxmlformats.org/drawingml/2006/main">
              <a:ext uri="{FF2B5EF4-FFF2-40B4-BE49-F238E27FC236}">
                <a16:creationId xmlns:a16="http://schemas.microsoft.com/office/drawing/2014/main" id="{7412E8EB-9A33-426F-B664-C72A6880FCF3}"/>
              </a:ext>
            </a:extLst>
          </p:cNvPr>
          <p:cNvSpPr>
            <a:spLocks xmlns:a="http://schemas.openxmlformats.org/drawingml/2006/main" noGrp="1"/>
          </p:cNvSpPr>
          <p:nvPr/>
        </p:nvSpPr>
        <p:spPr>
          <a:xfrm xmlns:a="http://schemas.openxmlformats.org/drawingml/2006/main">
            <a:off x="8210550" y="3524250"/>
            <a:ext cx="323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F3248"/>
                </a:solidFill>
                <a:latin typeface="Malgun Gothic"/>
                <a:ea typeface="Malgun Gothic"/>
                <a:cs typeface="Malgun Gothic"/>
              </a:defRPr>
            </a:defPPr>
            <a:lvl1pPr algn="l">
              <a:defRPr sz="1800" b="0">
                <a:solidFill>
                  <a:srgbClr val="1F3248"/>
                </a:solidFill>
                <a:latin typeface="Malgun Gothic"/>
                <a:ea typeface="Malgun Gothic"/>
                <a:cs typeface="Malgun Gothic"/>
              </a:defRPr>
            </a:lvl1pPr>
            <a:lvl2pPr algn="l">
              <a:defRPr sz="1800" b="0">
                <a:solidFill>
                  <a:srgbClr val="1F3248"/>
                </a:solidFill>
                <a:latin typeface="Malgun Gothic"/>
                <a:ea typeface="Malgun Gothic"/>
                <a:cs typeface="Malgun Gothic"/>
              </a:defRPr>
            </a:lvl2pPr>
            <a:lvl3pPr algn="l">
              <a:defRPr sz="1800" b="0">
                <a:solidFill>
                  <a:srgbClr val="1F3248"/>
                </a:solidFill>
                <a:latin typeface="Malgun Gothic"/>
                <a:ea typeface="Malgun Gothic"/>
                <a:cs typeface="Malgun Gothic"/>
              </a:defRPr>
            </a:lvl3pPr>
            <a:lvl4pPr algn="l">
              <a:defRPr sz="1800" b="0">
                <a:solidFill>
                  <a:srgbClr val="1F3248"/>
                </a:solidFill>
                <a:latin typeface="Malgun Gothic"/>
                <a:ea typeface="Malgun Gothic"/>
                <a:cs typeface="Malgun Gothic"/>
              </a:defRPr>
            </a:lvl4pPr>
            <a:lvl5pPr algn="l">
              <a:defRPr sz="1800" b="0">
                <a:solidFill>
                  <a:srgbClr val="1F3248"/>
                </a:solidFill>
                <a:latin typeface="Malgun Gothic"/>
                <a:ea typeface="Malgun Gothic"/>
                <a:cs typeface="Malgun Gothic"/>
              </a:defRPr>
            </a:lvl5pPr>
            <a:lvl6pPr algn="l">
              <a:defRPr sz="1800" b="0">
                <a:solidFill>
                  <a:srgbClr val="1F3248"/>
                </a:solidFill>
                <a:latin typeface="Malgun Gothic"/>
                <a:ea typeface="Malgun Gothic"/>
                <a:cs typeface="Malgun Gothic"/>
              </a:defRPr>
            </a:lvl6pPr>
            <a:lvl7pPr algn="l">
              <a:defRPr sz="1800" b="0">
                <a:solidFill>
                  <a:srgbClr val="1F3248"/>
                </a:solidFill>
                <a:latin typeface="Malgun Gothic"/>
                <a:ea typeface="Malgun Gothic"/>
                <a:cs typeface="Malgun Gothic"/>
              </a:defRPr>
            </a:lvl7pPr>
            <a:lvl8pPr algn="l">
              <a:defRPr sz="1800" b="0">
                <a:solidFill>
                  <a:srgbClr val="1F3248"/>
                </a:solidFill>
                <a:latin typeface="Malgun Gothic"/>
                <a:ea typeface="Malgun Gothic"/>
                <a:cs typeface="Malgun Gothic"/>
              </a:defRPr>
            </a:lvl8pPr>
            <a:lvl9pPr algn="l">
              <a:defRPr sz="1800" b="0">
                <a:solidFill>
                  <a:srgbClr val="1F3248"/>
                </a:solidFill>
                <a:latin typeface="Malgun Gothic"/>
                <a:ea typeface="Malgun Gothic"/>
                <a:cs typeface="Malgun Gothic"/>
              </a:defRPr>
            </a:lvl9pPr>
          </a:lstStyle>
          <a:p xmlns:a="http://schemas.openxmlformats.org/drawingml/2006/main">
            <a:pPr algn="l">
              <a:lnSpc>
                <a:spcPct val="115000"/>
              </a:lnSpc>
              <a:buNone/>
              <a:defRPr sz="1800" b="0">
                <a:solidFill>
                  <a:srgbClr val="1F3248"/>
                </a:solidFill>
                <a:latin typeface="Malgun Gothic"/>
                <a:ea typeface="Malgun Gothic"/>
                <a:cs typeface="Malgun Gothic"/>
              </a:defRPr>
            </a:pPr>
            <a:r>
              <a:rPr sz="1800" b="0">
                <a:solidFill>
                  <a:srgbClr val="1F3248"/>
                </a:solidFill>
                <a:latin typeface="Malgun Gothic"/>
                <a:ea typeface="Malgun Gothic"/>
                <a:cs typeface="Malgun Gothic"/>
              </a:rPr>
              <a:t>운영 화면을 구성하고</a:t>
            </a:r>
          </a:p>
          <a:p xmlns:a="http://schemas.openxmlformats.org/drawingml/2006/main">
            <a:pPr algn="l">
              <a:lnSpc>
                <a:spcPct val="115000"/>
              </a:lnSpc>
              <a:buNone/>
              <a:defRPr sz="1800" b="0">
                <a:solidFill>
                  <a:srgbClr val="1F3248"/>
                </a:solidFill>
                <a:latin typeface="Malgun Gothic"/>
                <a:ea typeface="Malgun Gothic"/>
                <a:cs typeface="Malgun Gothic"/>
              </a:defRPr>
            </a:pPr>
            <a:r>
              <a:rPr sz="1800" b="0">
                <a:solidFill>
                  <a:srgbClr val="1F3248"/>
                </a:solidFill>
                <a:latin typeface="Malgun Gothic"/>
                <a:ea typeface="Malgun Gothic"/>
                <a:cs typeface="Malgun Gothic"/>
              </a:rPr>
              <a:t>태그를 연결합니다.</a:t>
            </a:r>
          </a:p>
        </p:txBody>
      </p:sp>
      <p:sp>
        <p:nvSpPr>
          <p:cNvPr id="9" name="직사각형 8">
            <a:extLst xmlns:a="http://schemas.openxmlformats.org/drawingml/2006/main">
              <a:ext uri="{FF2B5EF4-FFF2-40B4-BE49-F238E27FC236}">
                <a16:creationId xmlns:a16="http://schemas.microsoft.com/office/drawing/2014/main" id="{BB132FB1-A6E0-466D-805B-60A3B987465C}"/>
              </a:ext>
            </a:extLst>
          </p:cNvPr>
          <p:cNvSpPr>
            <a:spLocks xmlns:a="http://schemas.openxmlformats.org/drawingml/2006/main" noGrp="1"/>
          </p:cNvSpPr>
          <p:nvPr/>
        </p:nvSpPr>
        <p:spPr>
          <a:xfrm xmlns:a="http://schemas.openxmlformats.org/drawingml/2006/main">
            <a:off x="8210550" y="459105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85AC0"/>
                </a:solidFill>
                <a:latin typeface="Malgun Gothic"/>
                <a:ea typeface="Malgun Gothic"/>
                <a:cs typeface="Malgun Gothic"/>
              </a:defRPr>
            </a:defPPr>
            <a:lvl1pPr algn="l">
              <a:defRPr sz="2100" b="1">
                <a:solidFill>
                  <a:srgbClr val="185AC0"/>
                </a:solidFill>
                <a:latin typeface="Malgun Gothic"/>
                <a:ea typeface="Malgun Gothic"/>
                <a:cs typeface="Malgun Gothic"/>
              </a:defRPr>
            </a:lvl1pPr>
            <a:lvl2pPr algn="l">
              <a:defRPr sz="2100" b="1">
                <a:solidFill>
                  <a:srgbClr val="185AC0"/>
                </a:solidFill>
                <a:latin typeface="Malgun Gothic"/>
                <a:ea typeface="Malgun Gothic"/>
                <a:cs typeface="Malgun Gothic"/>
              </a:defRPr>
            </a:lvl2pPr>
            <a:lvl3pPr algn="l">
              <a:defRPr sz="2100" b="1">
                <a:solidFill>
                  <a:srgbClr val="185AC0"/>
                </a:solidFill>
                <a:latin typeface="Malgun Gothic"/>
                <a:ea typeface="Malgun Gothic"/>
                <a:cs typeface="Malgun Gothic"/>
              </a:defRPr>
            </a:lvl3pPr>
            <a:lvl4pPr algn="l">
              <a:defRPr sz="2100" b="1">
                <a:solidFill>
                  <a:srgbClr val="185AC0"/>
                </a:solidFill>
                <a:latin typeface="Malgun Gothic"/>
                <a:ea typeface="Malgun Gothic"/>
                <a:cs typeface="Malgun Gothic"/>
              </a:defRPr>
            </a:lvl4pPr>
            <a:lvl5pPr algn="l">
              <a:defRPr sz="2100" b="1">
                <a:solidFill>
                  <a:srgbClr val="185AC0"/>
                </a:solidFill>
                <a:latin typeface="Malgun Gothic"/>
                <a:ea typeface="Malgun Gothic"/>
                <a:cs typeface="Malgun Gothic"/>
              </a:defRPr>
            </a:lvl5pPr>
            <a:lvl6pPr algn="l">
              <a:defRPr sz="2100" b="1">
                <a:solidFill>
                  <a:srgbClr val="185AC0"/>
                </a:solidFill>
                <a:latin typeface="Malgun Gothic"/>
                <a:ea typeface="Malgun Gothic"/>
                <a:cs typeface="Malgun Gothic"/>
              </a:defRPr>
            </a:lvl6pPr>
            <a:lvl7pPr algn="l">
              <a:defRPr sz="2100" b="1">
                <a:solidFill>
                  <a:srgbClr val="185AC0"/>
                </a:solidFill>
                <a:latin typeface="Malgun Gothic"/>
                <a:ea typeface="Malgun Gothic"/>
                <a:cs typeface="Malgun Gothic"/>
              </a:defRPr>
            </a:lvl7pPr>
            <a:lvl8pPr algn="l">
              <a:defRPr sz="2100" b="1">
                <a:solidFill>
                  <a:srgbClr val="185AC0"/>
                </a:solidFill>
                <a:latin typeface="Malgun Gothic"/>
                <a:ea typeface="Malgun Gothic"/>
                <a:cs typeface="Malgun Gothic"/>
              </a:defRPr>
            </a:lvl8pPr>
            <a:lvl9pPr algn="l">
              <a:defRPr sz="2100" b="1">
                <a:solidFill>
                  <a:srgbClr val="185AC0"/>
                </a:solidFill>
                <a:latin typeface="Malgun Gothic"/>
                <a:ea typeface="Malgun Gothic"/>
                <a:cs typeface="Malgun Gothic"/>
              </a:defRPr>
            </a:lvl9pPr>
          </a:lstStyle>
          <a:p xmlns:a="http://schemas.openxmlformats.org/drawingml/2006/main">
            <a:pPr algn="l">
              <a:lnSpc>
                <a:spcPct val="115000"/>
              </a:lnSpc>
              <a:buNone/>
              <a:defRPr sz="2100" b="1">
                <a:solidFill>
                  <a:srgbClr val="185AC0"/>
                </a:solidFill>
                <a:latin typeface="Malgun Gothic"/>
                <a:ea typeface="Malgun Gothic"/>
                <a:cs typeface="Malgun Gothic"/>
              </a:defRPr>
            </a:pPr>
            <a:r>
              <a:rPr sz="2100" b="1">
                <a:solidFill>
                  <a:srgbClr val="185AC0"/>
                </a:solidFill>
                <a:latin typeface="Malgun Gothic"/>
                <a:ea typeface="Malgun Gothic"/>
                <a:cs typeface="Malgun Gothic"/>
              </a:rPr>
              <a:t>Runtime</a:t>
            </a:r>
          </a:p>
        </p:txBody>
      </p:sp>
      <p:sp>
        <p:nvSpPr>
          <p:cNvPr id="10" name="직사각형 9">
            <a:extLst xmlns:a="http://schemas.openxmlformats.org/drawingml/2006/main">
              <a:ext uri="{FF2B5EF4-FFF2-40B4-BE49-F238E27FC236}">
                <a16:creationId xmlns:a16="http://schemas.microsoft.com/office/drawing/2014/main" id="{C3035BE7-0BBD-47D6-9D27-4B5A7017A838}"/>
              </a:ext>
            </a:extLst>
          </p:cNvPr>
          <p:cNvSpPr>
            <a:spLocks xmlns:a="http://schemas.openxmlformats.org/drawingml/2006/main" noGrp="1"/>
          </p:cNvSpPr>
          <p:nvPr/>
        </p:nvSpPr>
        <p:spPr>
          <a:xfrm xmlns:a="http://schemas.openxmlformats.org/drawingml/2006/main">
            <a:off x="8210550" y="5067300"/>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F3248"/>
                </a:solidFill>
                <a:latin typeface="Malgun Gothic"/>
                <a:ea typeface="Malgun Gothic"/>
                <a:cs typeface="Malgun Gothic"/>
              </a:defRPr>
            </a:defPPr>
            <a:lvl1pPr algn="l">
              <a:defRPr sz="1800" b="0">
                <a:solidFill>
                  <a:srgbClr val="1F3248"/>
                </a:solidFill>
                <a:latin typeface="Malgun Gothic"/>
                <a:ea typeface="Malgun Gothic"/>
                <a:cs typeface="Malgun Gothic"/>
              </a:defRPr>
            </a:lvl1pPr>
            <a:lvl2pPr algn="l">
              <a:defRPr sz="1800" b="0">
                <a:solidFill>
                  <a:srgbClr val="1F3248"/>
                </a:solidFill>
                <a:latin typeface="Malgun Gothic"/>
                <a:ea typeface="Malgun Gothic"/>
                <a:cs typeface="Malgun Gothic"/>
              </a:defRPr>
            </a:lvl2pPr>
            <a:lvl3pPr algn="l">
              <a:defRPr sz="1800" b="0">
                <a:solidFill>
                  <a:srgbClr val="1F3248"/>
                </a:solidFill>
                <a:latin typeface="Malgun Gothic"/>
                <a:ea typeface="Malgun Gothic"/>
                <a:cs typeface="Malgun Gothic"/>
              </a:defRPr>
            </a:lvl3pPr>
            <a:lvl4pPr algn="l">
              <a:defRPr sz="1800" b="0">
                <a:solidFill>
                  <a:srgbClr val="1F3248"/>
                </a:solidFill>
                <a:latin typeface="Malgun Gothic"/>
                <a:ea typeface="Malgun Gothic"/>
                <a:cs typeface="Malgun Gothic"/>
              </a:defRPr>
            </a:lvl4pPr>
            <a:lvl5pPr algn="l">
              <a:defRPr sz="1800" b="0">
                <a:solidFill>
                  <a:srgbClr val="1F3248"/>
                </a:solidFill>
                <a:latin typeface="Malgun Gothic"/>
                <a:ea typeface="Malgun Gothic"/>
                <a:cs typeface="Malgun Gothic"/>
              </a:defRPr>
            </a:lvl5pPr>
            <a:lvl6pPr algn="l">
              <a:defRPr sz="1800" b="0">
                <a:solidFill>
                  <a:srgbClr val="1F3248"/>
                </a:solidFill>
                <a:latin typeface="Malgun Gothic"/>
                <a:ea typeface="Malgun Gothic"/>
                <a:cs typeface="Malgun Gothic"/>
              </a:defRPr>
            </a:lvl6pPr>
            <a:lvl7pPr algn="l">
              <a:defRPr sz="1800" b="0">
                <a:solidFill>
                  <a:srgbClr val="1F3248"/>
                </a:solidFill>
                <a:latin typeface="Malgun Gothic"/>
                <a:ea typeface="Malgun Gothic"/>
                <a:cs typeface="Malgun Gothic"/>
              </a:defRPr>
            </a:lvl7pPr>
            <a:lvl8pPr algn="l">
              <a:defRPr sz="1800" b="0">
                <a:solidFill>
                  <a:srgbClr val="1F3248"/>
                </a:solidFill>
                <a:latin typeface="Malgun Gothic"/>
                <a:ea typeface="Malgun Gothic"/>
                <a:cs typeface="Malgun Gothic"/>
              </a:defRPr>
            </a:lvl8pPr>
            <a:lvl9pPr algn="l">
              <a:defRPr sz="1800" b="0">
                <a:solidFill>
                  <a:srgbClr val="1F3248"/>
                </a:solidFill>
                <a:latin typeface="Malgun Gothic"/>
                <a:ea typeface="Malgun Gothic"/>
                <a:cs typeface="Malgun Gothic"/>
              </a:defRPr>
            </a:lvl9pPr>
          </a:lstStyle>
          <a:p xmlns:a="http://schemas.openxmlformats.org/drawingml/2006/main">
            <a:pPr algn="l">
              <a:lnSpc>
                <a:spcPct val="115000"/>
              </a:lnSpc>
              <a:buNone/>
              <a:defRPr sz="1800" b="0">
                <a:solidFill>
                  <a:srgbClr val="1F3248"/>
                </a:solidFill>
                <a:latin typeface="Malgun Gothic"/>
                <a:ea typeface="Malgun Gothic"/>
                <a:cs typeface="Malgun Gothic"/>
              </a:defRPr>
            </a:pPr>
            <a:r>
              <a:rPr sz="1800" b="0">
                <a:solidFill>
                  <a:srgbClr val="1F3248"/>
                </a:solidFill>
                <a:latin typeface="Malgun Gothic"/>
                <a:ea typeface="Malgun Gothic"/>
                <a:cs typeface="Malgun Gothic"/>
              </a:rPr>
              <a:t>게시한 화면에서 상태를</a:t>
            </a:r>
          </a:p>
          <a:p xmlns:a="http://schemas.openxmlformats.org/drawingml/2006/main">
            <a:pPr algn="l">
              <a:lnSpc>
                <a:spcPct val="115000"/>
              </a:lnSpc>
              <a:buNone/>
              <a:defRPr sz="1800" b="0">
                <a:solidFill>
                  <a:srgbClr val="1F3248"/>
                </a:solidFill>
                <a:latin typeface="Malgun Gothic"/>
                <a:ea typeface="Malgun Gothic"/>
                <a:cs typeface="Malgun Gothic"/>
              </a:defRPr>
            </a:pPr>
            <a:r>
              <a:rPr sz="1800" b="0">
                <a:solidFill>
                  <a:srgbClr val="1F3248"/>
                </a:solidFill>
                <a:latin typeface="Malgun Gothic"/>
                <a:ea typeface="Malgun Gothic"/>
                <a:cs typeface="Malgun Gothic"/>
              </a:rPr>
              <a:t>확인하고 알람·트렌드를 조회합니다.</a:t>
            </a:r>
          </a:p>
        </p:txBody>
      </p:sp>
    </p:spTree>
    <p:extLst>
      <p:ext uri="{BB962C8B-B14F-4D97-AF65-F5344CB8AC3E}">
        <p14:creationId xmlns:p14="http://schemas.microsoft.com/office/powerpoint/2010/main" val="5213018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직사각형 9">
            <a:extLst xmlns:a="http://schemas.openxmlformats.org/drawingml/2006/main">
              <a:ext uri="{FF2B5EF4-FFF2-40B4-BE49-F238E27FC236}">
                <a16:creationId xmlns:a16="http://schemas.microsoft.com/office/drawing/2014/main" id="{7D0AACE2-2967-44E2-90DF-59A4CB5FF581}"/>
              </a:ext>
            </a:extLst>
          </p:cNvPr>
          <p:cNvSpPr>
            <a:spLocks xmlns:a="http://schemas.openxmlformats.org/drawingml/2006/main" noGrp="1"/>
          </p:cNvSpPr>
          <p:nvPr/>
        </p:nvSpPr>
        <p:spPr>
          <a:xfrm xmlns:a="http://schemas.openxmlformats.org/drawingml/2006/main">
            <a:off x="609600" y="5334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D223F"/>
                </a:solidFill>
                <a:latin typeface="Malgun Gothic"/>
                <a:ea typeface="Malgun Gothic"/>
                <a:cs typeface="Malgun Gothic"/>
              </a:defRPr>
            </a:defPPr>
            <a:lvl1pPr algn="l">
              <a:defRPr sz="3300" b="1">
                <a:solidFill>
                  <a:srgbClr val="0D223F"/>
                </a:solidFill>
                <a:latin typeface="Malgun Gothic"/>
                <a:ea typeface="Malgun Gothic"/>
                <a:cs typeface="Malgun Gothic"/>
              </a:defRPr>
            </a:lvl1pPr>
            <a:lvl2pPr algn="l">
              <a:defRPr sz="3300" b="1">
                <a:solidFill>
                  <a:srgbClr val="0D223F"/>
                </a:solidFill>
                <a:latin typeface="Malgun Gothic"/>
                <a:ea typeface="Malgun Gothic"/>
                <a:cs typeface="Malgun Gothic"/>
              </a:defRPr>
            </a:lvl2pPr>
            <a:lvl3pPr algn="l">
              <a:defRPr sz="3300" b="1">
                <a:solidFill>
                  <a:srgbClr val="0D223F"/>
                </a:solidFill>
                <a:latin typeface="Malgun Gothic"/>
                <a:ea typeface="Malgun Gothic"/>
                <a:cs typeface="Malgun Gothic"/>
              </a:defRPr>
            </a:lvl3pPr>
            <a:lvl4pPr algn="l">
              <a:defRPr sz="3300" b="1">
                <a:solidFill>
                  <a:srgbClr val="0D223F"/>
                </a:solidFill>
                <a:latin typeface="Malgun Gothic"/>
                <a:ea typeface="Malgun Gothic"/>
                <a:cs typeface="Malgun Gothic"/>
              </a:defRPr>
            </a:lvl4pPr>
            <a:lvl5pPr algn="l">
              <a:defRPr sz="3300" b="1">
                <a:solidFill>
                  <a:srgbClr val="0D223F"/>
                </a:solidFill>
                <a:latin typeface="Malgun Gothic"/>
                <a:ea typeface="Malgun Gothic"/>
                <a:cs typeface="Malgun Gothic"/>
              </a:defRPr>
            </a:lvl5pPr>
            <a:lvl6pPr algn="l">
              <a:defRPr sz="3300" b="1">
                <a:solidFill>
                  <a:srgbClr val="0D223F"/>
                </a:solidFill>
                <a:latin typeface="Malgun Gothic"/>
                <a:ea typeface="Malgun Gothic"/>
                <a:cs typeface="Malgun Gothic"/>
              </a:defRPr>
            </a:lvl6pPr>
            <a:lvl7pPr algn="l">
              <a:defRPr sz="3300" b="1">
                <a:solidFill>
                  <a:srgbClr val="0D223F"/>
                </a:solidFill>
                <a:latin typeface="Malgun Gothic"/>
                <a:ea typeface="Malgun Gothic"/>
                <a:cs typeface="Malgun Gothic"/>
              </a:defRPr>
            </a:lvl7pPr>
            <a:lvl8pPr algn="l">
              <a:defRPr sz="3300" b="1">
                <a:solidFill>
                  <a:srgbClr val="0D223F"/>
                </a:solidFill>
                <a:latin typeface="Malgun Gothic"/>
                <a:ea typeface="Malgun Gothic"/>
                <a:cs typeface="Malgun Gothic"/>
              </a:defRPr>
            </a:lvl8pPr>
            <a:lvl9pPr algn="l">
              <a:defRPr sz="3300" b="1">
                <a:solidFill>
                  <a:srgbClr val="0D223F"/>
                </a:solidFill>
                <a:latin typeface="Malgun Gothic"/>
                <a:ea typeface="Malgun Gothic"/>
                <a:cs typeface="Malgun Gothic"/>
              </a:defRPr>
            </a:lvl9pPr>
          </a:lstStyle>
          <a:p xmlns:a="http://schemas.openxmlformats.org/drawingml/2006/main">
            <a:pPr algn="l">
              <a:lnSpc>
                <a:spcPct val="115000"/>
              </a:lnSpc>
              <a:buNone/>
              <a:defRPr sz="3300" b="1">
                <a:solidFill>
                  <a:srgbClr val="0D223F"/>
                </a:solidFill>
                <a:latin typeface="Malgun Gothic"/>
                <a:ea typeface="Malgun Gothic"/>
                <a:cs typeface="Malgun Gothic"/>
              </a:defRPr>
            </a:pPr>
            <a:r>
              <a:rPr sz="3300" b="1">
                <a:solidFill>
                  <a:srgbClr val="0D223F"/>
                </a:solidFill>
                <a:latin typeface="Malgun Gothic"/>
                <a:ea typeface="Malgun Gothic"/>
                <a:cs typeface="Malgun Gothic"/>
              </a:rPr>
              <a:t>PLC Simulator</a:t>
            </a:r>
          </a:p>
        </p:txBody>
      </p:sp>
      <p:sp>
        <p:nvSpPr>
          <p:cNvPr id="2" name="직사각형 1">
            <a:extLst xmlns:a="http://schemas.openxmlformats.org/drawingml/2006/main">
              <a:ext uri="{FF2B5EF4-FFF2-40B4-BE49-F238E27FC236}">
                <a16:creationId xmlns:a16="http://schemas.microsoft.com/office/drawing/2014/main" id="{7F4AC594-8CF5-4926-BB3E-A72D0DFA0E7B}"/>
              </a:ext>
            </a:extLst>
          </p:cNvPr>
          <p:cNvSpPr>
            <a:spLocks xmlns:a="http://schemas.openxmlformats.org/drawingml/2006/main" noGrp="1"/>
          </p:cNvSpPr>
          <p:nvPr/>
        </p:nvSpPr>
        <p:spPr>
          <a:xfrm xmlns:a="http://schemas.openxmlformats.org/drawingml/2006/main">
            <a:off x="628650" y="1362075"/>
            <a:ext cx="10839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1748A"/>
                </a:solidFill>
                <a:latin typeface="Malgun Gothic"/>
                <a:ea typeface="Malgun Gothic"/>
                <a:cs typeface="Malgun Gothic"/>
              </a:defRPr>
            </a:defPPr>
            <a:lvl1pPr algn="l">
              <a:defRPr sz="1800" b="0">
                <a:solidFill>
                  <a:srgbClr val="61748A"/>
                </a:solidFill>
                <a:latin typeface="Malgun Gothic"/>
                <a:ea typeface="Malgun Gothic"/>
                <a:cs typeface="Malgun Gothic"/>
              </a:defRPr>
            </a:lvl1pPr>
            <a:lvl2pPr algn="l">
              <a:defRPr sz="1800" b="0">
                <a:solidFill>
                  <a:srgbClr val="61748A"/>
                </a:solidFill>
                <a:latin typeface="Malgun Gothic"/>
                <a:ea typeface="Malgun Gothic"/>
                <a:cs typeface="Malgun Gothic"/>
              </a:defRPr>
            </a:lvl2pPr>
            <a:lvl3pPr algn="l">
              <a:defRPr sz="1800" b="0">
                <a:solidFill>
                  <a:srgbClr val="61748A"/>
                </a:solidFill>
                <a:latin typeface="Malgun Gothic"/>
                <a:ea typeface="Malgun Gothic"/>
                <a:cs typeface="Malgun Gothic"/>
              </a:defRPr>
            </a:lvl3pPr>
            <a:lvl4pPr algn="l">
              <a:defRPr sz="1800" b="0">
                <a:solidFill>
                  <a:srgbClr val="61748A"/>
                </a:solidFill>
                <a:latin typeface="Malgun Gothic"/>
                <a:ea typeface="Malgun Gothic"/>
                <a:cs typeface="Malgun Gothic"/>
              </a:defRPr>
            </a:lvl4pPr>
            <a:lvl5pPr algn="l">
              <a:defRPr sz="1800" b="0">
                <a:solidFill>
                  <a:srgbClr val="61748A"/>
                </a:solidFill>
                <a:latin typeface="Malgun Gothic"/>
                <a:ea typeface="Malgun Gothic"/>
                <a:cs typeface="Malgun Gothic"/>
              </a:defRPr>
            </a:lvl5pPr>
            <a:lvl6pPr algn="l">
              <a:defRPr sz="1800" b="0">
                <a:solidFill>
                  <a:srgbClr val="61748A"/>
                </a:solidFill>
                <a:latin typeface="Malgun Gothic"/>
                <a:ea typeface="Malgun Gothic"/>
                <a:cs typeface="Malgun Gothic"/>
              </a:defRPr>
            </a:lvl6pPr>
            <a:lvl7pPr algn="l">
              <a:defRPr sz="1800" b="0">
                <a:solidFill>
                  <a:srgbClr val="61748A"/>
                </a:solidFill>
                <a:latin typeface="Malgun Gothic"/>
                <a:ea typeface="Malgun Gothic"/>
                <a:cs typeface="Malgun Gothic"/>
              </a:defRPr>
            </a:lvl7pPr>
            <a:lvl8pPr algn="l">
              <a:defRPr sz="1800" b="0">
                <a:solidFill>
                  <a:srgbClr val="61748A"/>
                </a:solidFill>
                <a:latin typeface="Malgun Gothic"/>
                <a:ea typeface="Malgun Gothic"/>
                <a:cs typeface="Malgun Gothic"/>
              </a:defRPr>
            </a:lvl8pPr>
            <a:lvl9pPr algn="l">
              <a:defRPr sz="1800" b="0">
                <a:solidFill>
                  <a:srgbClr val="61748A"/>
                </a:solidFill>
                <a:latin typeface="Malgun Gothic"/>
                <a:ea typeface="Malgun Gothic"/>
                <a:cs typeface="Malgun Gothic"/>
              </a:defRPr>
            </a:lvl9pPr>
          </a:lstStyle>
          <a:p xmlns:a="http://schemas.openxmlformats.org/drawingml/2006/main">
            <a:pPr algn="l">
              <a:lnSpc>
                <a:spcPct val="115000"/>
              </a:lnSpc>
              <a:buNone/>
              <a:defRPr sz="1800" b="0">
                <a:solidFill>
                  <a:srgbClr val="61748A"/>
                </a:solidFill>
                <a:latin typeface="Malgun Gothic"/>
                <a:ea typeface="Malgun Gothic"/>
                <a:cs typeface="Malgun Gothic"/>
              </a:defRPr>
            </a:pPr>
            <a:r>
              <a:rPr sz="1800" b="0">
                <a:solidFill>
                  <a:srgbClr val="61748A"/>
                </a:solidFill>
                <a:latin typeface="Malgun Gothic"/>
                <a:ea typeface="Malgun Gothic"/>
                <a:cs typeface="Malgun Gothic"/>
              </a:rPr>
              <a:t>실제 PLC 연결 전 통신과 데이터 흐름을 시험합니다</a:t>
            </a:r>
          </a:p>
        </p:txBody>
      </p:sp>
      <p:sp>
        <p:nvSpPr>
          <p:cNvPr id="3" name="직사각형 2">
            <a:extLst xmlns:a="http://schemas.openxmlformats.org/drawingml/2006/main">
              <a:ext uri="{FF2B5EF4-FFF2-40B4-BE49-F238E27FC236}">
                <a16:creationId xmlns:a16="http://schemas.microsoft.com/office/drawing/2014/main" id="{467A4903-0EE5-4390-8136-DBA9D9806747}"/>
              </a:ext>
            </a:extLst>
          </p:cNvPr>
          <p:cNvSpPr>
            <a:spLocks xmlns:a="http://schemas.openxmlformats.org/drawingml/2006/main" noGrp="1"/>
          </p:cNvSpPr>
          <p:nvPr/>
        </p:nvSpPr>
        <p:spPr>
          <a:xfrm xmlns:a="http://schemas.openxmlformats.org/drawingml/2006/main">
            <a:off x="609600" y="6400800"/>
            <a:ext cx="333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JAYONSTUDIO</a:t>
            </a:r>
          </a:p>
        </p:txBody>
      </p:sp>
      <p:sp>
        <p:nvSpPr>
          <p:cNvPr id="4" name="직사각형 3">
            <a:extLst xmlns:a="http://schemas.openxmlformats.org/drawingml/2006/main">
              <a:ext uri="{FF2B5EF4-FFF2-40B4-BE49-F238E27FC236}">
                <a16:creationId xmlns:a16="http://schemas.microsoft.com/office/drawing/2014/main" id="{73846B4B-7CA2-41EE-9F52-365628CE99B9}"/>
              </a:ext>
            </a:extLst>
          </p:cNvPr>
          <p:cNvSpPr>
            <a:spLocks xmlns:a="http://schemas.openxmlformats.org/drawingml/2006/main" noGrp="1"/>
          </p:cNvSpPr>
          <p:nvPr/>
        </p:nvSpPr>
        <p:spPr>
          <a:xfrm xmlns:a="http://schemas.openxmlformats.org/drawingml/2006/main">
            <a:off x="11029950" y="64008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06</a:t>
            </a:r>
          </a:p>
        </p:txBody>
      </p:sp>
      <p:pic>
        <p:nvPicPr>
          <p:cNvPr id="5" name="그림 4">
            <a:extLst xmlns:a="http://schemas.openxmlformats.org/drawingml/2006/main">
              <a:ext uri="{FF2B5EF4-FFF2-40B4-BE49-F238E27FC236}">
                <a16:creationId xmlns:a16="http://schemas.microsoft.com/office/drawing/2014/main" id="{B958CFE0-1ED2-491C-ADA0-A65AB4515C2C}"/>
              </a:ext>
            </a:extLst>
          </p:cNvPr>
          <p:cNvPicPr>
            <a:picLocks xmlns:a="http://schemas.openxmlformats.org/drawingml/2006/main" noChangeAspect="1"/>
          </p:cNvPicPr>
          <p:nvPr/>
        </p:nvPicPr>
        <p:blipFill>
          <a:blip xmlns:r="http://schemas.openxmlformats.org/officeDocument/2006/relationships" xmlns:a="http://schemas.openxmlformats.org/drawingml/2006/main" r:embed="R4289020da77a4854"/>
          <a:stretch xmlns:a="http://schemas.openxmlformats.org/drawingml/2006/main"/>
        </p:blipFill>
        <p:spPr>
          <a:xfrm xmlns:a="http://schemas.openxmlformats.org/drawingml/2006/main">
            <a:off x="1173162" y="2343150"/>
            <a:ext cx="5826125" cy="3495675"/>
          </a:xfrm>
          <a:prstGeom xmlns:a="http://schemas.openxmlformats.org/drawingml/2006/main" prst="rect">
            <a:avLst/>
          </a:prstGeom>
        </p:spPr>
      </p:pic>
      <p:sp>
        <p:nvSpPr>
          <p:cNvPr id="6" name="직사각형 5">
            <a:extLst xmlns:a="http://schemas.openxmlformats.org/drawingml/2006/main">
              <a:ext uri="{FF2B5EF4-FFF2-40B4-BE49-F238E27FC236}">
                <a16:creationId xmlns:a16="http://schemas.microsoft.com/office/drawing/2014/main" id="{7552BF72-485D-474A-B1EC-4523C0B04B7C}"/>
              </a:ext>
            </a:extLst>
          </p:cNvPr>
          <p:cNvSpPr>
            <a:spLocks xmlns:a="http://schemas.openxmlformats.org/drawingml/2006/main" noGrp="1"/>
          </p:cNvSpPr>
          <p:nvPr/>
        </p:nvSpPr>
        <p:spPr>
          <a:xfrm xmlns:a="http://schemas.openxmlformats.org/drawingml/2006/main">
            <a:off x="8058150" y="233362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85AC0"/>
                </a:solidFill>
                <a:latin typeface="Malgun Gothic"/>
                <a:ea typeface="Malgun Gothic"/>
                <a:cs typeface="Malgun Gothic"/>
              </a:defRPr>
            </a:defPPr>
            <a:lvl1pPr algn="l">
              <a:defRPr sz="2175" b="1">
                <a:solidFill>
                  <a:srgbClr val="185AC0"/>
                </a:solidFill>
                <a:latin typeface="Malgun Gothic"/>
                <a:ea typeface="Malgun Gothic"/>
                <a:cs typeface="Malgun Gothic"/>
              </a:defRPr>
            </a:lvl1pPr>
            <a:lvl2pPr algn="l">
              <a:defRPr sz="2175" b="1">
                <a:solidFill>
                  <a:srgbClr val="185AC0"/>
                </a:solidFill>
                <a:latin typeface="Malgun Gothic"/>
                <a:ea typeface="Malgun Gothic"/>
                <a:cs typeface="Malgun Gothic"/>
              </a:defRPr>
            </a:lvl2pPr>
            <a:lvl3pPr algn="l">
              <a:defRPr sz="2175" b="1">
                <a:solidFill>
                  <a:srgbClr val="185AC0"/>
                </a:solidFill>
                <a:latin typeface="Malgun Gothic"/>
                <a:ea typeface="Malgun Gothic"/>
                <a:cs typeface="Malgun Gothic"/>
              </a:defRPr>
            </a:lvl3pPr>
            <a:lvl4pPr algn="l">
              <a:defRPr sz="2175" b="1">
                <a:solidFill>
                  <a:srgbClr val="185AC0"/>
                </a:solidFill>
                <a:latin typeface="Malgun Gothic"/>
                <a:ea typeface="Malgun Gothic"/>
                <a:cs typeface="Malgun Gothic"/>
              </a:defRPr>
            </a:lvl4pPr>
            <a:lvl5pPr algn="l">
              <a:defRPr sz="2175" b="1">
                <a:solidFill>
                  <a:srgbClr val="185AC0"/>
                </a:solidFill>
                <a:latin typeface="Malgun Gothic"/>
                <a:ea typeface="Malgun Gothic"/>
                <a:cs typeface="Malgun Gothic"/>
              </a:defRPr>
            </a:lvl5pPr>
            <a:lvl6pPr algn="l">
              <a:defRPr sz="2175" b="1">
                <a:solidFill>
                  <a:srgbClr val="185AC0"/>
                </a:solidFill>
                <a:latin typeface="Malgun Gothic"/>
                <a:ea typeface="Malgun Gothic"/>
                <a:cs typeface="Malgun Gothic"/>
              </a:defRPr>
            </a:lvl6pPr>
            <a:lvl7pPr algn="l">
              <a:defRPr sz="2175" b="1">
                <a:solidFill>
                  <a:srgbClr val="185AC0"/>
                </a:solidFill>
                <a:latin typeface="Malgun Gothic"/>
                <a:ea typeface="Malgun Gothic"/>
                <a:cs typeface="Malgun Gothic"/>
              </a:defRPr>
            </a:lvl7pPr>
            <a:lvl8pPr algn="l">
              <a:defRPr sz="2175" b="1">
                <a:solidFill>
                  <a:srgbClr val="185AC0"/>
                </a:solidFill>
                <a:latin typeface="Malgun Gothic"/>
                <a:ea typeface="Malgun Gothic"/>
                <a:cs typeface="Malgun Gothic"/>
              </a:defRPr>
            </a:lvl8pPr>
            <a:lvl9pPr algn="l">
              <a:defRPr sz="2175" b="1">
                <a:solidFill>
                  <a:srgbClr val="185AC0"/>
                </a:solidFill>
                <a:latin typeface="Malgun Gothic"/>
                <a:ea typeface="Malgun Gothic"/>
                <a:cs typeface="Malgun Gothic"/>
              </a:defRPr>
            </a:lvl9pPr>
          </a:lstStyle>
          <a:p xmlns:a="http://schemas.openxmlformats.org/drawingml/2006/main">
            <a:pPr algn="l">
              <a:lnSpc>
                <a:spcPct val="115000"/>
              </a:lnSpc>
              <a:buNone/>
              <a:defRPr sz="2175" b="1">
                <a:solidFill>
                  <a:srgbClr val="185AC0"/>
                </a:solidFill>
                <a:latin typeface="Malgun Gothic"/>
                <a:ea typeface="Malgun Gothic"/>
                <a:cs typeface="Malgun Gothic"/>
              </a:defRPr>
            </a:pPr>
            <a:r>
              <a:rPr sz="2175" b="1">
                <a:solidFill>
                  <a:srgbClr val="185AC0"/>
                </a:solidFill>
                <a:latin typeface="Malgun Gothic"/>
                <a:ea typeface="Malgun Gothic"/>
                <a:cs typeface="Malgun Gothic"/>
              </a:rPr>
              <a:t>지원 통신</a:t>
            </a:r>
          </a:p>
        </p:txBody>
      </p:sp>
      <p:sp>
        <p:nvSpPr>
          <p:cNvPr id="7" name="직사각형 6">
            <a:extLst xmlns:a="http://schemas.openxmlformats.org/drawingml/2006/main">
              <a:ext uri="{FF2B5EF4-FFF2-40B4-BE49-F238E27FC236}">
                <a16:creationId xmlns:a16="http://schemas.microsoft.com/office/drawing/2014/main" id="{2953E47D-BE6D-4230-BC75-57A6ED7A12E5}"/>
              </a:ext>
            </a:extLst>
          </p:cNvPr>
          <p:cNvSpPr>
            <a:spLocks xmlns:a="http://schemas.openxmlformats.org/drawingml/2006/main" noGrp="1"/>
          </p:cNvSpPr>
          <p:nvPr/>
        </p:nvSpPr>
        <p:spPr>
          <a:xfrm xmlns:a="http://schemas.openxmlformats.org/drawingml/2006/main">
            <a:off x="8058150" y="2857500"/>
            <a:ext cx="3429000" cy="1838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F3248"/>
                </a:solidFill>
                <a:latin typeface="Malgun Gothic"/>
                <a:ea typeface="Malgun Gothic"/>
                <a:cs typeface="Malgun Gothic"/>
              </a:defRPr>
            </a:defPPr>
            <a:lvl1pPr algn="l">
              <a:defRPr sz="1950" b="0">
                <a:solidFill>
                  <a:srgbClr val="1F3248"/>
                </a:solidFill>
                <a:latin typeface="Malgun Gothic"/>
                <a:ea typeface="Malgun Gothic"/>
                <a:cs typeface="Malgun Gothic"/>
              </a:defRPr>
            </a:lvl1pPr>
            <a:lvl2pPr algn="l">
              <a:defRPr sz="1950" b="0">
                <a:solidFill>
                  <a:srgbClr val="1F3248"/>
                </a:solidFill>
                <a:latin typeface="Malgun Gothic"/>
                <a:ea typeface="Malgun Gothic"/>
                <a:cs typeface="Malgun Gothic"/>
              </a:defRPr>
            </a:lvl2pPr>
            <a:lvl3pPr algn="l">
              <a:defRPr sz="1950" b="0">
                <a:solidFill>
                  <a:srgbClr val="1F3248"/>
                </a:solidFill>
                <a:latin typeface="Malgun Gothic"/>
                <a:ea typeface="Malgun Gothic"/>
                <a:cs typeface="Malgun Gothic"/>
              </a:defRPr>
            </a:lvl3pPr>
            <a:lvl4pPr algn="l">
              <a:defRPr sz="1950" b="0">
                <a:solidFill>
                  <a:srgbClr val="1F3248"/>
                </a:solidFill>
                <a:latin typeface="Malgun Gothic"/>
                <a:ea typeface="Malgun Gothic"/>
                <a:cs typeface="Malgun Gothic"/>
              </a:defRPr>
            </a:lvl4pPr>
            <a:lvl5pPr algn="l">
              <a:defRPr sz="1950" b="0">
                <a:solidFill>
                  <a:srgbClr val="1F3248"/>
                </a:solidFill>
                <a:latin typeface="Malgun Gothic"/>
                <a:ea typeface="Malgun Gothic"/>
                <a:cs typeface="Malgun Gothic"/>
              </a:defRPr>
            </a:lvl5pPr>
            <a:lvl6pPr algn="l">
              <a:defRPr sz="1950" b="0">
                <a:solidFill>
                  <a:srgbClr val="1F3248"/>
                </a:solidFill>
                <a:latin typeface="Malgun Gothic"/>
                <a:ea typeface="Malgun Gothic"/>
                <a:cs typeface="Malgun Gothic"/>
              </a:defRPr>
            </a:lvl6pPr>
            <a:lvl7pPr algn="l">
              <a:defRPr sz="1950" b="0">
                <a:solidFill>
                  <a:srgbClr val="1F3248"/>
                </a:solidFill>
                <a:latin typeface="Malgun Gothic"/>
                <a:ea typeface="Malgun Gothic"/>
                <a:cs typeface="Malgun Gothic"/>
              </a:defRPr>
            </a:lvl7pPr>
            <a:lvl8pPr algn="l">
              <a:defRPr sz="1950" b="0">
                <a:solidFill>
                  <a:srgbClr val="1F3248"/>
                </a:solidFill>
                <a:latin typeface="Malgun Gothic"/>
                <a:ea typeface="Malgun Gothic"/>
                <a:cs typeface="Malgun Gothic"/>
              </a:defRPr>
            </a:lvl8pPr>
            <a:lvl9pPr algn="l">
              <a:defRPr sz="1950" b="0">
                <a:solidFill>
                  <a:srgbClr val="1F3248"/>
                </a:solidFill>
                <a:latin typeface="Malgun Gothic"/>
                <a:ea typeface="Malgun Gothic"/>
                <a:cs typeface="Malgun Gothic"/>
              </a:defRPr>
            </a:lvl9pPr>
          </a:lstStyle>
          <a:p xmlns:a="http://schemas.openxmlformats.org/drawingml/2006/main">
            <a:pPr algn="l">
              <a:lnSpc>
                <a:spcPct val="115000"/>
              </a:lnSpc>
              <a:buNone/>
              <a:defRPr sz="1950" b="0">
                <a:solidFill>
                  <a:srgbClr val="1F3248"/>
                </a:solidFill>
                <a:latin typeface="Malgun Gothic"/>
                <a:ea typeface="Malgun Gothic"/>
                <a:cs typeface="Malgun Gothic"/>
              </a:defRPr>
            </a:pPr>
            <a:r>
              <a:rPr sz="1950" b="0">
                <a:solidFill>
                  <a:srgbClr val="1F3248"/>
                </a:solidFill>
                <a:latin typeface="Malgun Gothic"/>
                <a:ea typeface="Malgun Gothic"/>
                <a:cs typeface="Malgun Gothic"/>
              </a:rPr>
              <a:t>MELSEC</a:t>
            </a:r>
          </a:p>
          <a:p xmlns:a="http://schemas.openxmlformats.org/drawingml/2006/main">
            <a:pPr algn="l">
              <a:lnSpc>
                <a:spcPct val="115000"/>
              </a:lnSpc>
              <a:buNone/>
              <a:defRPr sz="1950" b="0">
                <a:solidFill>
                  <a:srgbClr val="1F3248"/>
                </a:solidFill>
                <a:latin typeface="Malgun Gothic"/>
                <a:ea typeface="Malgun Gothic"/>
                <a:cs typeface="Malgun Gothic"/>
              </a:defRPr>
            </a:pPr>
            <a:r>
              <a:rPr sz="1950" b="0">
                <a:solidFill>
                  <a:srgbClr val="1F3248"/>
                </a:solidFill>
                <a:latin typeface="Malgun Gothic"/>
                <a:ea typeface="Malgun Gothic"/>
                <a:cs typeface="Malgun Gothic"/>
              </a:rPr>
              <a:t>LS XGT</a:t>
            </a:r>
          </a:p>
          <a:p xmlns:a="http://schemas.openxmlformats.org/drawingml/2006/main">
            <a:pPr algn="l">
              <a:lnSpc>
                <a:spcPct val="115000"/>
              </a:lnSpc>
              <a:buNone/>
              <a:defRPr sz="1950" b="0">
                <a:solidFill>
                  <a:srgbClr val="1F3248"/>
                </a:solidFill>
                <a:latin typeface="Malgun Gothic"/>
                <a:ea typeface="Malgun Gothic"/>
                <a:cs typeface="Malgun Gothic"/>
              </a:defRPr>
            </a:pPr>
            <a:r>
              <a:rPr sz="1950" b="0">
                <a:solidFill>
                  <a:srgbClr val="1F3248"/>
                </a:solidFill>
                <a:latin typeface="Malgun Gothic"/>
                <a:ea typeface="Malgun Gothic"/>
                <a:cs typeface="Malgun Gothic"/>
              </a:rPr>
              <a:t>Modbus TCP</a:t>
            </a:r>
          </a:p>
          <a:p xmlns:a="http://schemas.openxmlformats.org/drawingml/2006/main">
            <a:pPr algn="l">
              <a:lnSpc>
                <a:spcPct val="115000"/>
              </a:lnSpc>
              <a:buNone/>
              <a:defRPr sz="1950" b="0">
                <a:solidFill>
                  <a:srgbClr val="1F3248"/>
                </a:solidFill>
                <a:latin typeface="Malgun Gothic"/>
                <a:ea typeface="Malgun Gothic"/>
                <a:cs typeface="Malgun Gothic"/>
              </a:defRPr>
            </a:pPr>
            <a:r>
              <a:rPr sz="1950" b="0">
                <a:solidFill>
                  <a:srgbClr val="1F3248"/>
                </a:solidFill>
                <a:latin typeface="Malgun Gothic"/>
                <a:ea typeface="Malgun Gothic"/>
                <a:cs typeface="Malgun Gothic"/>
              </a:rPr>
              <a:t>ControlLogix</a:t>
            </a:r>
          </a:p>
        </p:txBody>
      </p:sp>
      <p:sp>
        <p:nvSpPr>
          <p:cNvPr id="8" name="직사각형 7">
            <a:extLst xmlns:a="http://schemas.openxmlformats.org/drawingml/2006/main">
              <a:ext uri="{FF2B5EF4-FFF2-40B4-BE49-F238E27FC236}">
                <a16:creationId xmlns:a16="http://schemas.microsoft.com/office/drawing/2014/main" id="{22640E64-B20D-49ED-830D-C8FE548CD505}"/>
              </a:ext>
            </a:extLst>
          </p:cNvPr>
          <p:cNvSpPr>
            <a:spLocks xmlns:a="http://schemas.openxmlformats.org/drawingml/2006/main" noGrp="1"/>
          </p:cNvSpPr>
          <p:nvPr/>
        </p:nvSpPr>
        <p:spPr>
          <a:xfrm xmlns:a="http://schemas.openxmlformats.org/drawingml/2006/main">
            <a:off x="8058150" y="4876800"/>
            <a:ext cx="347662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F3248"/>
                </a:solidFill>
                <a:latin typeface="Malgun Gothic"/>
                <a:ea typeface="Malgun Gothic"/>
                <a:cs typeface="Malgun Gothic"/>
              </a:defRPr>
            </a:defPPr>
            <a:lvl1pPr algn="l">
              <a:defRPr sz="1800" b="0">
                <a:solidFill>
                  <a:srgbClr val="1F3248"/>
                </a:solidFill>
                <a:latin typeface="Malgun Gothic"/>
                <a:ea typeface="Malgun Gothic"/>
                <a:cs typeface="Malgun Gothic"/>
              </a:defRPr>
            </a:lvl1pPr>
            <a:lvl2pPr algn="l">
              <a:defRPr sz="1800" b="0">
                <a:solidFill>
                  <a:srgbClr val="1F3248"/>
                </a:solidFill>
                <a:latin typeface="Malgun Gothic"/>
                <a:ea typeface="Malgun Gothic"/>
                <a:cs typeface="Malgun Gothic"/>
              </a:defRPr>
            </a:lvl2pPr>
            <a:lvl3pPr algn="l">
              <a:defRPr sz="1800" b="0">
                <a:solidFill>
                  <a:srgbClr val="1F3248"/>
                </a:solidFill>
                <a:latin typeface="Malgun Gothic"/>
                <a:ea typeface="Malgun Gothic"/>
                <a:cs typeface="Malgun Gothic"/>
              </a:defRPr>
            </a:lvl3pPr>
            <a:lvl4pPr algn="l">
              <a:defRPr sz="1800" b="0">
                <a:solidFill>
                  <a:srgbClr val="1F3248"/>
                </a:solidFill>
                <a:latin typeface="Malgun Gothic"/>
                <a:ea typeface="Malgun Gothic"/>
                <a:cs typeface="Malgun Gothic"/>
              </a:defRPr>
            </a:lvl4pPr>
            <a:lvl5pPr algn="l">
              <a:defRPr sz="1800" b="0">
                <a:solidFill>
                  <a:srgbClr val="1F3248"/>
                </a:solidFill>
                <a:latin typeface="Malgun Gothic"/>
                <a:ea typeface="Malgun Gothic"/>
                <a:cs typeface="Malgun Gothic"/>
              </a:defRPr>
            </a:lvl5pPr>
            <a:lvl6pPr algn="l">
              <a:defRPr sz="1800" b="0">
                <a:solidFill>
                  <a:srgbClr val="1F3248"/>
                </a:solidFill>
                <a:latin typeface="Malgun Gothic"/>
                <a:ea typeface="Malgun Gothic"/>
                <a:cs typeface="Malgun Gothic"/>
              </a:defRPr>
            </a:lvl6pPr>
            <a:lvl7pPr algn="l">
              <a:defRPr sz="1800" b="0">
                <a:solidFill>
                  <a:srgbClr val="1F3248"/>
                </a:solidFill>
                <a:latin typeface="Malgun Gothic"/>
                <a:ea typeface="Malgun Gothic"/>
                <a:cs typeface="Malgun Gothic"/>
              </a:defRPr>
            </a:lvl7pPr>
            <a:lvl8pPr algn="l">
              <a:defRPr sz="1800" b="0">
                <a:solidFill>
                  <a:srgbClr val="1F3248"/>
                </a:solidFill>
                <a:latin typeface="Malgun Gothic"/>
                <a:ea typeface="Malgun Gothic"/>
                <a:cs typeface="Malgun Gothic"/>
              </a:defRPr>
            </a:lvl8pPr>
            <a:lvl9pPr algn="l">
              <a:defRPr sz="1800" b="0">
                <a:solidFill>
                  <a:srgbClr val="1F3248"/>
                </a:solidFill>
                <a:latin typeface="Malgun Gothic"/>
                <a:ea typeface="Malgun Gothic"/>
                <a:cs typeface="Malgun Gothic"/>
              </a:defRPr>
            </a:lvl9pPr>
          </a:lstStyle>
          <a:p xmlns:a="http://schemas.openxmlformats.org/drawingml/2006/main">
            <a:pPr algn="l">
              <a:lnSpc>
                <a:spcPct val="115000"/>
              </a:lnSpc>
              <a:buNone/>
              <a:defRPr sz="1800" b="0">
                <a:solidFill>
                  <a:srgbClr val="1F3248"/>
                </a:solidFill>
                <a:latin typeface="Malgun Gothic"/>
                <a:ea typeface="Malgun Gothic"/>
                <a:cs typeface="Malgun Gothic"/>
              </a:defRPr>
            </a:pPr>
            <a:r>
              <a:rPr sz="1800" b="0">
                <a:solidFill>
                  <a:srgbClr val="1F3248"/>
                </a:solidFill>
                <a:latin typeface="Malgun Gothic"/>
                <a:ea typeface="Malgun Gothic"/>
                <a:cs typeface="Malgun Gothic"/>
              </a:rPr>
              <a:t>메모리·태그 값을 준비하고</a:t>
            </a:r>
          </a:p>
          <a:p xmlns:a="http://schemas.openxmlformats.org/drawingml/2006/main">
            <a:pPr algn="l">
              <a:lnSpc>
                <a:spcPct val="115000"/>
              </a:lnSpc>
              <a:buNone/>
              <a:defRPr sz="1800" b="0">
                <a:solidFill>
                  <a:srgbClr val="1F3248"/>
                </a:solidFill>
                <a:latin typeface="Malgun Gothic"/>
                <a:ea typeface="Malgun Gothic"/>
                <a:cs typeface="Malgun Gothic"/>
              </a:defRPr>
            </a:pPr>
            <a:r>
              <a:rPr sz="1800" b="0">
                <a:solidFill>
                  <a:srgbClr val="1F3248"/>
                </a:solidFill>
                <a:latin typeface="Malgun Gothic"/>
                <a:ea typeface="Malgun Gothic"/>
                <a:cs typeface="Malgun Gothic"/>
              </a:rPr>
              <a:t>클라이언트의 읽기·쓰기를 시험합니다.</a:t>
            </a:r>
          </a:p>
        </p:txBody>
      </p:sp>
      <p:sp>
        <p:nvSpPr>
          <p:cNvPr id="9" name="직사각형 8">
            <a:extLst xmlns:a="http://schemas.openxmlformats.org/drawingml/2006/main">
              <a:ext uri="{FF2B5EF4-FFF2-40B4-BE49-F238E27FC236}">
                <a16:creationId xmlns:a16="http://schemas.microsoft.com/office/drawing/2014/main" id="{D8397189-DD9D-4DF6-88F0-CB24E9E73FA7}"/>
              </a:ext>
            </a:extLst>
          </p:cNvPr>
          <p:cNvSpPr>
            <a:spLocks xmlns:a="http://schemas.openxmlformats.org/drawingml/2006/main" noGrp="1"/>
          </p:cNvSpPr>
          <p:nvPr/>
        </p:nvSpPr>
        <p:spPr>
          <a:xfrm xmlns:a="http://schemas.openxmlformats.org/drawingml/2006/main">
            <a:off x="609600" y="5867400"/>
            <a:ext cx="695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85AC0"/>
                </a:solidFill>
                <a:latin typeface="Malgun Gothic"/>
                <a:ea typeface="Malgun Gothic"/>
                <a:cs typeface="Malgun Gothic"/>
              </a:defRPr>
            </a:defPPr>
            <a:lvl1pPr algn="l">
              <a:defRPr sz="1725" b="1">
                <a:solidFill>
                  <a:srgbClr val="185AC0"/>
                </a:solidFill>
                <a:latin typeface="Malgun Gothic"/>
                <a:ea typeface="Malgun Gothic"/>
                <a:cs typeface="Malgun Gothic"/>
              </a:defRPr>
            </a:lvl1pPr>
            <a:lvl2pPr algn="l">
              <a:defRPr sz="1725" b="1">
                <a:solidFill>
                  <a:srgbClr val="185AC0"/>
                </a:solidFill>
                <a:latin typeface="Malgun Gothic"/>
                <a:ea typeface="Malgun Gothic"/>
                <a:cs typeface="Malgun Gothic"/>
              </a:defRPr>
            </a:lvl2pPr>
            <a:lvl3pPr algn="l">
              <a:defRPr sz="1725" b="1">
                <a:solidFill>
                  <a:srgbClr val="185AC0"/>
                </a:solidFill>
                <a:latin typeface="Malgun Gothic"/>
                <a:ea typeface="Malgun Gothic"/>
                <a:cs typeface="Malgun Gothic"/>
              </a:defRPr>
            </a:lvl3pPr>
            <a:lvl4pPr algn="l">
              <a:defRPr sz="1725" b="1">
                <a:solidFill>
                  <a:srgbClr val="185AC0"/>
                </a:solidFill>
                <a:latin typeface="Malgun Gothic"/>
                <a:ea typeface="Malgun Gothic"/>
                <a:cs typeface="Malgun Gothic"/>
              </a:defRPr>
            </a:lvl4pPr>
            <a:lvl5pPr algn="l">
              <a:defRPr sz="1725" b="1">
                <a:solidFill>
                  <a:srgbClr val="185AC0"/>
                </a:solidFill>
                <a:latin typeface="Malgun Gothic"/>
                <a:ea typeface="Malgun Gothic"/>
                <a:cs typeface="Malgun Gothic"/>
              </a:defRPr>
            </a:lvl5pPr>
            <a:lvl6pPr algn="l">
              <a:defRPr sz="1725" b="1">
                <a:solidFill>
                  <a:srgbClr val="185AC0"/>
                </a:solidFill>
                <a:latin typeface="Malgun Gothic"/>
                <a:ea typeface="Malgun Gothic"/>
                <a:cs typeface="Malgun Gothic"/>
              </a:defRPr>
            </a:lvl6pPr>
            <a:lvl7pPr algn="l">
              <a:defRPr sz="1725" b="1">
                <a:solidFill>
                  <a:srgbClr val="185AC0"/>
                </a:solidFill>
                <a:latin typeface="Malgun Gothic"/>
                <a:ea typeface="Malgun Gothic"/>
                <a:cs typeface="Malgun Gothic"/>
              </a:defRPr>
            </a:lvl7pPr>
            <a:lvl8pPr algn="l">
              <a:defRPr sz="1725" b="1">
                <a:solidFill>
                  <a:srgbClr val="185AC0"/>
                </a:solidFill>
                <a:latin typeface="Malgun Gothic"/>
                <a:ea typeface="Malgun Gothic"/>
                <a:cs typeface="Malgun Gothic"/>
              </a:defRPr>
            </a:lvl8pPr>
            <a:lvl9pPr algn="l">
              <a:defRPr sz="1725" b="1">
                <a:solidFill>
                  <a:srgbClr val="185AC0"/>
                </a:solidFill>
                <a:latin typeface="Malgun Gothic"/>
                <a:ea typeface="Malgun Gothic"/>
                <a:cs typeface="Malgun Gothic"/>
              </a:defRPr>
            </a:lvl9pPr>
          </a:lstStyle>
          <a:p xmlns:a="http://schemas.openxmlformats.org/drawingml/2006/main">
            <a:pPr algn="l">
              <a:lnSpc>
                <a:spcPct val="115000"/>
              </a:lnSpc>
              <a:buNone/>
              <a:defRPr sz="1725" b="1">
                <a:solidFill>
                  <a:srgbClr val="185AC0"/>
                </a:solidFill>
                <a:latin typeface="Malgun Gothic"/>
                <a:ea typeface="Malgun Gothic"/>
                <a:cs typeface="Malgun Gothic"/>
              </a:defRPr>
            </a:pPr>
            <a:r>
              <a:rPr sz="1725" b="1">
                <a:solidFill>
                  <a:srgbClr val="185AC0"/>
                </a:solidFill>
                <a:latin typeface="Malgun Gothic"/>
                <a:ea typeface="Malgun Gothic"/>
                <a:cs typeface="Malgun Gothic"/>
              </a:rPr>
              <a:t>EXE 단독 설치 제공</a:t>
            </a:r>
          </a:p>
        </p:txBody>
      </p:sp>
    </p:spTree>
    <p:extLst>
      <p:ext uri="{BB962C8B-B14F-4D97-AF65-F5344CB8AC3E}">
        <p14:creationId xmlns:p14="http://schemas.microsoft.com/office/powerpoint/2010/main" val="52810783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직사각형 10">
            <a:extLst xmlns:a="http://schemas.openxmlformats.org/drawingml/2006/main">
              <a:ext uri="{FF2B5EF4-FFF2-40B4-BE49-F238E27FC236}">
                <a16:creationId xmlns:a16="http://schemas.microsoft.com/office/drawing/2014/main" id="{01AB0A99-3113-4351-8B8B-819587C448E5}"/>
              </a:ext>
            </a:extLst>
          </p:cNvPr>
          <p:cNvSpPr>
            <a:spLocks xmlns:a="http://schemas.openxmlformats.org/drawingml/2006/main" noGrp="1"/>
          </p:cNvSpPr>
          <p:nvPr/>
        </p:nvSpPr>
        <p:spPr>
          <a:xfrm xmlns:a="http://schemas.openxmlformats.org/drawingml/2006/main">
            <a:off x="609600" y="5334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D223F"/>
                </a:solidFill>
                <a:latin typeface="Malgun Gothic"/>
                <a:ea typeface="Malgun Gothic"/>
                <a:cs typeface="Malgun Gothic"/>
              </a:defRPr>
            </a:defPPr>
            <a:lvl1pPr algn="l">
              <a:defRPr sz="3300" b="1">
                <a:solidFill>
                  <a:srgbClr val="0D223F"/>
                </a:solidFill>
                <a:latin typeface="Malgun Gothic"/>
                <a:ea typeface="Malgun Gothic"/>
                <a:cs typeface="Malgun Gothic"/>
              </a:defRPr>
            </a:lvl1pPr>
            <a:lvl2pPr algn="l">
              <a:defRPr sz="3300" b="1">
                <a:solidFill>
                  <a:srgbClr val="0D223F"/>
                </a:solidFill>
                <a:latin typeface="Malgun Gothic"/>
                <a:ea typeface="Malgun Gothic"/>
                <a:cs typeface="Malgun Gothic"/>
              </a:defRPr>
            </a:lvl2pPr>
            <a:lvl3pPr algn="l">
              <a:defRPr sz="3300" b="1">
                <a:solidFill>
                  <a:srgbClr val="0D223F"/>
                </a:solidFill>
                <a:latin typeface="Malgun Gothic"/>
                <a:ea typeface="Malgun Gothic"/>
                <a:cs typeface="Malgun Gothic"/>
              </a:defRPr>
            </a:lvl3pPr>
            <a:lvl4pPr algn="l">
              <a:defRPr sz="3300" b="1">
                <a:solidFill>
                  <a:srgbClr val="0D223F"/>
                </a:solidFill>
                <a:latin typeface="Malgun Gothic"/>
                <a:ea typeface="Malgun Gothic"/>
                <a:cs typeface="Malgun Gothic"/>
              </a:defRPr>
            </a:lvl4pPr>
            <a:lvl5pPr algn="l">
              <a:defRPr sz="3300" b="1">
                <a:solidFill>
                  <a:srgbClr val="0D223F"/>
                </a:solidFill>
                <a:latin typeface="Malgun Gothic"/>
                <a:ea typeface="Malgun Gothic"/>
                <a:cs typeface="Malgun Gothic"/>
              </a:defRPr>
            </a:lvl5pPr>
            <a:lvl6pPr algn="l">
              <a:defRPr sz="3300" b="1">
                <a:solidFill>
                  <a:srgbClr val="0D223F"/>
                </a:solidFill>
                <a:latin typeface="Malgun Gothic"/>
                <a:ea typeface="Malgun Gothic"/>
                <a:cs typeface="Malgun Gothic"/>
              </a:defRPr>
            </a:lvl6pPr>
            <a:lvl7pPr algn="l">
              <a:defRPr sz="3300" b="1">
                <a:solidFill>
                  <a:srgbClr val="0D223F"/>
                </a:solidFill>
                <a:latin typeface="Malgun Gothic"/>
                <a:ea typeface="Malgun Gothic"/>
                <a:cs typeface="Malgun Gothic"/>
              </a:defRPr>
            </a:lvl7pPr>
            <a:lvl8pPr algn="l">
              <a:defRPr sz="3300" b="1">
                <a:solidFill>
                  <a:srgbClr val="0D223F"/>
                </a:solidFill>
                <a:latin typeface="Malgun Gothic"/>
                <a:ea typeface="Malgun Gothic"/>
                <a:cs typeface="Malgun Gothic"/>
              </a:defRPr>
            </a:lvl8pPr>
            <a:lvl9pPr algn="l">
              <a:defRPr sz="3300" b="1">
                <a:solidFill>
                  <a:srgbClr val="0D223F"/>
                </a:solidFill>
                <a:latin typeface="Malgun Gothic"/>
                <a:ea typeface="Malgun Gothic"/>
                <a:cs typeface="Malgun Gothic"/>
              </a:defRPr>
            </a:lvl9pPr>
          </a:lstStyle>
          <a:p xmlns:a="http://schemas.openxmlformats.org/drawingml/2006/main">
            <a:pPr algn="l">
              <a:lnSpc>
                <a:spcPct val="115000"/>
              </a:lnSpc>
              <a:buNone/>
              <a:defRPr sz="3300" b="1">
                <a:solidFill>
                  <a:srgbClr val="0D223F"/>
                </a:solidFill>
                <a:latin typeface="Malgun Gothic"/>
                <a:ea typeface="Malgun Gothic"/>
                <a:cs typeface="Malgun Gothic"/>
              </a:defRPr>
            </a:pPr>
            <a:r>
              <a:rPr sz="3300" b="1">
                <a:solidFill>
                  <a:srgbClr val="0D223F"/>
                </a:solidFill>
                <a:latin typeface="Malgun Gothic"/>
                <a:ea typeface="Malgun Gothic"/>
                <a:cs typeface="Malgun Gothic"/>
              </a:rPr>
              <a:t>JSolution 진단 대시보드</a:t>
            </a:r>
          </a:p>
        </p:txBody>
      </p:sp>
      <p:sp>
        <p:nvSpPr>
          <p:cNvPr id="2" name="직사각형 1">
            <a:extLst xmlns:a="http://schemas.openxmlformats.org/drawingml/2006/main">
              <a:ext uri="{FF2B5EF4-FFF2-40B4-BE49-F238E27FC236}">
                <a16:creationId xmlns:a16="http://schemas.microsoft.com/office/drawing/2014/main" id="{8D64D176-DFA7-4313-9C92-263B2EC9E2D3}"/>
              </a:ext>
            </a:extLst>
          </p:cNvPr>
          <p:cNvSpPr>
            <a:spLocks xmlns:a="http://schemas.openxmlformats.org/drawingml/2006/main" noGrp="1"/>
          </p:cNvSpPr>
          <p:nvPr/>
        </p:nvSpPr>
        <p:spPr>
          <a:xfrm xmlns:a="http://schemas.openxmlformats.org/drawingml/2006/main">
            <a:off x="628650" y="1362075"/>
            <a:ext cx="10839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1748A"/>
                </a:solidFill>
                <a:latin typeface="Malgun Gothic"/>
                <a:ea typeface="Malgun Gothic"/>
                <a:cs typeface="Malgun Gothic"/>
              </a:defRPr>
            </a:defPPr>
            <a:lvl1pPr algn="l">
              <a:defRPr sz="1800" b="0">
                <a:solidFill>
                  <a:srgbClr val="61748A"/>
                </a:solidFill>
                <a:latin typeface="Malgun Gothic"/>
                <a:ea typeface="Malgun Gothic"/>
                <a:cs typeface="Malgun Gothic"/>
              </a:defRPr>
            </a:lvl1pPr>
            <a:lvl2pPr algn="l">
              <a:defRPr sz="1800" b="0">
                <a:solidFill>
                  <a:srgbClr val="61748A"/>
                </a:solidFill>
                <a:latin typeface="Malgun Gothic"/>
                <a:ea typeface="Malgun Gothic"/>
                <a:cs typeface="Malgun Gothic"/>
              </a:defRPr>
            </a:lvl2pPr>
            <a:lvl3pPr algn="l">
              <a:defRPr sz="1800" b="0">
                <a:solidFill>
                  <a:srgbClr val="61748A"/>
                </a:solidFill>
                <a:latin typeface="Malgun Gothic"/>
                <a:ea typeface="Malgun Gothic"/>
                <a:cs typeface="Malgun Gothic"/>
              </a:defRPr>
            </a:lvl3pPr>
            <a:lvl4pPr algn="l">
              <a:defRPr sz="1800" b="0">
                <a:solidFill>
                  <a:srgbClr val="61748A"/>
                </a:solidFill>
                <a:latin typeface="Malgun Gothic"/>
                <a:ea typeface="Malgun Gothic"/>
                <a:cs typeface="Malgun Gothic"/>
              </a:defRPr>
            </a:lvl4pPr>
            <a:lvl5pPr algn="l">
              <a:defRPr sz="1800" b="0">
                <a:solidFill>
                  <a:srgbClr val="61748A"/>
                </a:solidFill>
                <a:latin typeface="Malgun Gothic"/>
                <a:ea typeface="Malgun Gothic"/>
                <a:cs typeface="Malgun Gothic"/>
              </a:defRPr>
            </a:lvl5pPr>
            <a:lvl6pPr algn="l">
              <a:defRPr sz="1800" b="0">
                <a:solidFill>
                  <a:srgbClr val="61748A"/>
                </a:solidFill>
                <a:latin typeface="Malgun Gothic"/>
                <a:ea typeface="Malgun Gothic"/>
                <a:cs typeface="Malgun Gothic"/>
              </a:defRPr>
            </a:lvl6pPr>
            <a:lvl7pPr algn="l">
              <a:defRPr sz="1800" b="0">
                <a:solidFill>
                  <a:srgbClr val="61748A"/>
                </a:solidFill>
                <a:latin typeface="Malgun Gothic"/>
                <a:ea typeface="Malgun Gothic"/>
                <a:cs typeface="Malgun Gothic"/>
              </a:defRPr>
            </a:lvl7pPr>
            <a:lvl8pPr algn="l">
              <a:defRPr sz="1800" b="0">
                <a:solidFill>
                  <a:srgbClr val="61748A"/>
                </a:solidFill>
                <a:latin typeface="Malgun Gothic"/>
                <a:ea typeface="Malgun Gothic"/>
                <a:cs typeface="Malgun Gothic"/>
              </a:defRPr>
            </a:lvl8pPr>
            <a:lvl9pPr algn="l">
              <a:defRPr sz="1800" b="0">
                <a:solidFill>
                  <a:srgbClr val="61748A"/>
                </a:solidFill>
                <a:latin typeface="Malgun Gothic"/>
                <a:ea typeface="Malgun Gothic"/>
                <a:cs typeface="Malgun Gothic"/>
              </a:defRPr>
            </a:lvl9pPr>
          </a:lstStyle>
          <a:p xmlns:a="http://schemas.openxmlformats.org/drawingml/2006/main">
            <a:pPr algn="l">
              <a:lnSpc>
                <a:spcPct val="115000"/>
              </a:lnSpc>
              <a:buNone/>
              <a:defRPr sz="1800" b="0">
                <a:solidFill>
                  <a:srgbClr val="61748A"/>
                </a:solidFill>
                <a:latin typeface="Malgun Gothic"/>
                <a:ea typeface="Malgun Gothic"/>
                <a:cs typeface="Malgun Gothic"/>
              </a:defRPr>
            </a:pPr>
            <a:r>
              <a:rPr sz="1800" b="0">
                <a:solidFill>
                  <a:srgbClr val="61748A"/>
                </a:solidFill>
                <a:latin typeface="Malgun Gothic"/>
                <a:ea typeface="Malgun Gothic"/>
                <a:cs typeface="Malgun Gothic"/>
              </a:rPr>
              <a:t>현재 문제의 원인과 필요한 조치를 먼저 확인합니다</a:t>
            </a:r>
          </a:p>
        </p:txBody>
      </p:sp>
      <p:sp>
        <p:nvSpPr>
          <p:cNvPr id="3" name="직사각형 2">
            <a:extLst xmlns:a="http://schemas.openxmlformats.org/drawingml/2006/main">
              <a:ext uri="{FF2B5EF4-FFF2-40B4-BE49-F238E27FC236}">
                <a16:creationId xmlns:a16="http://schemas.microsoft.com/office/drawing/2014/main" id="{E2497EFB-1346-412E-B6D2-2A0572BA435A}"/>
              </a:ext>
            </a:extLst>
          </p:cNvPr>
          <p:cNvSpPr>
            <a:spLocks xmlns:a="http://schemas.openxmlformats.org/drawingml/2006/main" noGrp="1"/>
          </p:cNvSpPr>
          <p:nvPr/>
        </p:nvSpPr>
        <p:spPr>
          <a:xfrm xmlns:a="http://schemas.openxmlformats.org/drawingml/2006/main">
            <a:off x="609600" y="6400800"/>
            <a:ext cx="333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JAYONSTUDIO</a:t>
            </a:r>
          </a:p>
        </p:txBody>
      </p:sp>
      <p:sp>
        <p:nvSpPr>
          <p:cNvPr id="4" name="직사각형 3">
            <a:extLst xmlns:a="http://schemas.openxmlformats.org/drawingml/2006/main">
              <a:ext uri="{FF2B5EF4-FFF2-40B4-BE49-F238E27FC236}">
                <a16:creationId xmlns:a16="http://schemas.microsoft.com/office/drawing/2014/main" id="{8D6D74A2-4759-4E86-BAB2-2F4ED3CED3D7}"/>
              </a:ext>
            </a:extLst>
          </p:cNvPr>
          <p:cNvSpPr>
            <a:spLocks xmlns:a="http://schemas.openxmlformats.org/drawingml/2006/main" noGrp="1"/>
          </p:cNvSpPr>
          <p:nvPr/>
        </p:nvSpPr>
        <p:spPr>
          <a:xfrm xmlns:a="http://schemas.openxmlformats.org/drawingml/2006/main">
            <a:off x="11029950" y="64008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07</a:t>
            </a:r>
          </a:p>
        </p:txBody>
      </p:sp>
      <p:sp>
        <p:nvSpPr>
          <p:cNvPr id="5" name="직사각형 4">
            <a:extLst xmlns:a="http://schemas.openxmlformats.org/drawingml/2006/main">
              <a:ext uri="{FF2B5EF4-FFF2-40B4-BE49-F238E27FC236}">
                <a16:creationId xmlns:a16="http://schemas.microsoft.com/office/drawing/2014/main" id="{FEE6A493-A594-48A4-A746-62E5309D71A1}"/>
              </a:ext>
            </a:extLst>
          </p:cNvPr>
          <p:cNvSpPr>
            <a:spLocks xmlns:a="http://schemas.openxmlformats.org/drawingml/2006/main" noGrp="1"/>
          </p:cNvSpPr>
          <p:nvPr/>
        </p:nvSpPr>
        <p:spPr>
          <a:xfrm xmlns:a="http://schemas.openxmlformats.org/drawingml/2006/main">
            <a:off x="609600" y="2324100"/>
            <a:ext cx="438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D223F"/>
                </a:solidFill>
                <a:latin typeface="Malgun Gothic"/>
                <a:ea typeface="Malgun Gothic"/>
                <a:cs typeface="Malgun Gothic"/>
              </a:defRPr>
            </a:defPPr>
            <a:lvl1pPr algn="l">
              <a:defRPr sz="2250" b="1">
                <a:solidFill>
                  <a:srgbClr val="0D223F"/>
                </a:solidFill>
                <a:latin typeface="Malgun Gothic"/>
                <a:ea typeface="Malgun Gothic"/>
                <a:cs typeface="Malgun Gothic"/>
              </a:defRPr>
            </a:lvl1pPr>
            <a:lvl2pPr algn="l">
              <a:defRPr sz="2250" b="1">
                <a:solidFill>
                  <a:srgbClr val="0D223F"/>
                </a:solidFill>
                <a:latin typeface="Malgun Gothic"/>
                <a:ea typeface="Malgun Gothic"/>
                <a:cs typeface="Malgun Gothic"/>
              </a:defRPr>
            </a:lvl2pPr>
            <a:lvl3pPr algn="l">
              <a:defRPr sz="2250" b="1">
                <a:solidFill>
                  <a:srgbClr val="0D223F"/>
                </a:solidFill>
                <a:latin typeface="Malgun Gothic"/>
                <a:ea typeface="Malgun Gothic"/>
                <a:cs typeface="Malgun Gothic"/>
              </a:defRPr>
            </a:lvl3pPr>
            <a:lvl4pPr algn="l">
              <a:defRPr sz="2250" b="1">
                <a:solidFill>
                  <a:srgbClr val="0D223F"/>
                </a:solidFill>
                <a:latin typeface="Malgun Gothic"/>
                <a:ea typeface="Malgun Gothic"/>
                <a:cs typeface="Malgun Gothic"/>
              </a:defRPr>
            </a:lvl4pPr>
            <a:lvl5pPr algn="l">
              <a:defRPr sz="2250" b="1">
                <a:solidFill>
                  <a:srgbClr val="0D223F"/>
                </a:solidFill>
                <a:latin typeface="Malgun Gothic"/>
                <a:ea typeface="Malgun Gothic"/>
                <a:cs typeface="Malgun Gothic"/>
              </a:defRPr>
            </a:lvl5pPr>
            <a:lvl6pPr algn="l">
              <a:defRPr sz="2250" b="1">
                <a:solidFill>
                  <a:srgbClr val="0D223F"/>
                </a:solidFill>
                <a:latin typeface="Malgun Gothic"/>
                <a:ea typeface="Malgun Gothic"/>
                <a:cs typeface="Malgun Gothic"/>
              </a:defRPr>
            </a:lvl6pPr>
            <a:lvl7pPr algn="l">
              <a:defRPr sz="2250" b="1">
                <a:solidFill>
                  <a:srgbClr val="0D223F"/>
                </a:solidFill>
                <a:latin typeface="Malgun Gothic"/>
                <a:ea typeface="Malgun Gothic"/>
                <a:cs typeface="Malgun Gothic"/>
              </a:defRPr>
            </a:lvl7pPr>
            <a:lvl8pPr algn="l">
              <a:defRPr sz="2250" b="1">
                <a:solidFill>
                  <a:srgbClr val="0D223F"/>
                </a:solidFill>
                <a:latin typeface="Malgun Gothic"/>
                <a:ea typeface="Malgun Gothic"/>
                <a:cs typeface="Malgun Gothic"/>
              </a:defRPr>
            </a:lvl8pPr>
            <a:lvl9pPr algn="l">
              <a:defRPr sz="2250" b="1">
                <a:solidFill>
                  <a:srgbClr val="0D223F"/>
                </a:solidFill>
                <a:latin typeface="Malgun Gothic"/>
                <a:ea typeface="Malgun Gothic"/>
                <a:cs typeface="Malgun Gothic"/>
              </a:defRPr>
            </a:lvl9pPr>
          </a:lstStyle>
          <a:p xmlns:a="http://schemas.openxmlformats.org/drawingml/2006/main">
            <a:pPr algn="l">
              <a:lnSpc>
                <a:spcPct val="115000"/>
              </a:lnSpc>
              <a:buNone/>
              <a:defRPr sz="2250" b="1">
                <a:solidFill>
                  <a:srgbClr val="0D223F"/>
                </a:solidFill>
                <a:latin typeface="Malgun Gothic"/>
                <a:ea typeface="Malgun Gothic"/>
                <a:cs typeface="Malgun Gothic"/>
              </a:defRPr>
            </a:pPr>
            <a:r>
              <a:rPr sz="2250" b="1">
                <a:solidFill>
                  <a:srgbClr val="0D223F"/>
                </a:solidFill>
                <a:latin typeface="Malgun Gothic"/>
                <a:ea typeface="Malgun Gothic"/>
                <a:cs typeface="Malgun Gothic"/>
              </a:rPr>
              <a:t>현재 문제</a:t>
            </a:r>
          </a:p>
        </p:txBody>
      </p:sp>
      <p:sp>
        <p:nvSpPr>
          <p:cNvPr id="6" name="직사각형 5">
            <a:extLst xmlns:a="http://schemas.openxmlformats.org/drawingml/2006/main">
              <a:ext uri="{FF2B5EF4-FFF2-40B4-BE49-F238E27FC236}">
                <a16:creationId xmlns:a16="http://schemas.microsoft.com/office/drawing/2014/main" id="{F24460C8-BCE1-4CE6-B44C-A795CFAE0F03}"/>
              </a:ext>
            </a:extLst>
          </p:cNvPr>
          <p:cNvSpPr>
            <a:spLocks xmlns:a="http://schemas.openxmlformats.org/drawingml/2006/main" noGrp="1"/>
          </p:cNvSpPr>
          <p:nvPr/>
        </p:nvSpPr>
        <p:spPr>
          <a:xfrm xmlns:a="http://schemas.openxmlformats.org/drawingml/2006/main">
            <a:off x="609600" y="2800350"/>
            <a:ext cx="44196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F3248"/>
                </a:solidFill>
                <a:latin typeface="Malgun Gothic"/>
                <a:ea typeface="Malgun Gothic"/>
                <a:cs typeface="Malgun Gothic"/>
              </a:defRPr>
            </a:defPPr>
            <a:lvl1pPr algn="l">
              <a:defRPr sz="1875" b="0">
                <a:solidFill>
                  <a:srgbClr val="1F3248"/>
                </a:solidFill>
                <a:latin typeface="Malgun Gothic"/>
                <a:ea typeface="Malgun Gothic"/>
                <a:cs typeface="Malgun Gothic"/>
              </a:defRPr>
            </a:lvl1pPr>
            <a:lvl2pPr algn="l">
              <a:defRPr sz="1875" b="0">
                <a:solidFill>
                  <a:srgbClr val="1F3248"/>
                </a:solidFill>
                <a:latin typeface="Malgun Gothic"/>
                <a:ea typeface="Malgun Gothic"/>
                <a:cs typeface="Malgun Gothic"/>
              </a:defRPr>
            </a:lvl2pPr>
            <a:lvl3pPr algn="l">
              <a:defRPr sz="1875" b="0">
                <a:solidFill>
                  <a:srgbClr val="1F3248"/>
                </a:solidFill>
                <a:latin typeface="Malgun Gothic"/>
                <a:ea typeface="Malgun Gothic"/>
                <a:cs typeface="Malgun Gothic"/>
              </a:defRPr>
            </a:lvl3pPr>
            <a:lvl4pPr algn="l">
              <a:defRPr sz="1875" b="0">
                <a:solidFill>
                  <a:srgbClr val="1F3248"/>
                </a:solidFill>
                <a:latin typeface="Malgun Gothic"/>
                <a:ea typeface="Malgun Gothic"/>
                <a:cs typeface="Malgun Gothic"/>
              </a:defRPr>
            </a:lvl4pPr>
            <a:lvl5pPr algn="l">
              <a:defRPr sz="1875" b="0">
                <a:solidFill>
                  <a:srgbClr val="1F3248"/>
                </a:solidFill>
                <a:latin typeface="Malgun Gothic"/>
                <a:ea typeface="Malgun Gothic"/>
                <a:cs typeface="Malgun Gothic"/>
              </a:defRPr>
            </a:lvl5pPr>
            <a:lvl6pPr algn="l">
              <a:defRPr sz="1875" b="0">
                <a:solidFill>
                  <a:srgbClr val="1F3248"/>
                </a:solidFill>
                <a:latin typeface="Malgun Gothic"/>
                <a:ea typeface="Malgun Gothic"/>
                <a:cs typeface="Malgun Gothic"/>
              </a:defRPr>
            </a:lvl6pPr>
            <a:lvl7pPr algn="l">
              <a:defRPr sz="1875" b="0">
                <a:solidFill>
                  <a:srgbClr val="1F3248"/>
                </a:solidFill>
                <a:latin typeface="Malgun Gothic"/>
                <a:ea typeface="Malgun Gothic"/>
                <a:cs typeface="Malgun Gothic"/>
              </a:defRPr>
            </a:lvl7pPr>
            <a:lvl8pPr algn="l">
              <a:defRPr sz="1875" b="0">
                <a:solidFill>
                  <a:srgbClr val="1F3248"/>
                </a:solidFill>
                <a:latin typeface="Malgun Gothic"/>
                <a:ea typeface="Malgun Gothic"/>
                <a:cs typeface="Malgun Gothic"/>
              </a:defRPr>
            </a:lvl8pPr>
            <a:lvl9pPr algn="l">
              <a:defRPr sz="1875" b="0">
                <a:solidFill>
                  <a:srgbClr val="1F3248"/>
                </a:solidFill>
                <a:latin typeface="Malgun Gothic"/>
                <a:ea typeface="Malgun Gothic"/>
                <a:cs typeface="Malgun Gothic"/>
              </a:defRPr>
            </a:lvl9pPr>
          </a:lstStyle>
          <a:p xmlns:a="http://schemas.openxmlformats.org/drawingml/2006/main">
            <a:pPr algn="l">
              <a:lnSpc>
                <a:spcPct val="115000"/>
              </a:lnSpc>
              <a:buNone/>
              <a:defRPr sz="1875" b="0">
                <a:solidFill>
                  <a:srgbClr val="1F3248"/>
                </a:solidFill>
                <a:latin typeface="Malgun Gothic"/>
                <a:ea typeface="Malgun Gothic"/>
                <a:cs typeface="Malgun Gothic"/>
              </a:defRPr>
            </a:pPr>
            <a:r>
              <a:rPr sz="1875" b="0">
                <a:solidFill>
                  <a:srgbClr val="1F3248"/>
                </a:solidFill>
                <a:latin typeface="Malgun Gothic"/>
                <a:ea typeface="Malgun Gothic"/>
                <a:cs typeface="Malgun Gothic"/>
              </a:rPr>
              <a:t>제품이 제공한 오류·경고를 구분하고</a:t>
            </a:r>
          </a:p>
          <a:p xmlns:a="http://schemas.openxmlformats.org/drawingml/2006/main">
            <a:pPr algn="l">
              <a:lnSpc>
                <a:spcPct val="115000"/>
              </a:lnSpc>
              <a:buNone/>
              <a:defRPr sz="1875" b="0">
                <a:solidFill>
                  <a:srgbClr val="1F3248"/>
                </a:solidFill>
                <a:latin typeface="Malgun Gothic"/>
                <a:ea typeface="Malgun Gothic"/>
                <a:cs typeface="Malgun Gothic"/>
              </a:defRPr>
            </a:pPr>
            <a:r>
              <a:rPr sz="1875" b="0">
                <a:solidFill>
                  <a:srgbClr val="1F3248"/>
                </a:solidFill>
                <a:latin typeface="Malgun Gothic"/>
                <a:ea typeface="Malgun Gothic"/>
                <a:cs typeface="Malgun Gothic"/>
              </a:rPr>
              <a:t>원인 설명과 조치 안내를 표시합니다.</a:t>
            </a:r>
          </a:p>
        </p:txBody>
      </p:sp>
      <p:sp>
        <p:nvSpPr>
          <p:cNvPr id="7" name="직사각형 6">
            <a:extLst xmlns:a="http://schemas.openxmlformats.org/drawingml/2006/main">
              <a:ext uri="{FF2B5EF4-FFF2-40B4-BE49-F238E27FC236}">
                <a16:creationId xmlns:a16="http://schemas.microsoft.com/office/drawing/2014/main" id="{78703B47-AB0B-4F48-B528-A0D29E45A8B0}"/>
              </a:ext>
            </a:extLst>
          </p:cNvPr>
          <p:cNvSpPr>
            <a:spLocks xmlns:a="http://schemas.openxmlformats.org/drawingml/2006/main" noGrp="1"/>
          </p:cNvSpPr>
          <p:nvPr/>
        </p:nvSpPr>
        <p:spPr>
          <a:xfrm xmlns:a="http://schemas.openxmlformats.org/drawingml/2006/main">
            <a:off x="609600" y="4038600"/>
            <a:ext cx="438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D223F"/>
                </a:solidFill>
                <a:latin typeface="Malgun Gothic"/>
                <a:ea typeface="Malgun Gothic"/>
                <a:cs typeface="Malgun Gothic"/>
              </a:defRPr>
            </a:defPPr>
            <a:lvl1pPr algn="l">
              <a:defRPr sz="2250" b="1">
                <a:solidFill>
                  <a:srgbClr val="0D223F"/>
                </a:solidFill>
                <a:latin typeface="Malgun Gothic"/>
                <a:ea typeface="Malgun Gothic"/>
                <a:cs typeface="Malgun Gothic"/>
              </a:defRPr>
            </a:lvl1pPr>
            <a:lvl2pPr algn="l">
              <a:defRPr sz="2250" b="1">
                <a:solidFill>
                  <a:srgbClr val="0D223F"/>
                </a:solidFill>
                <a:latin typeface="Malgun Gothic"/>
                <a:ea typeface="Malgun Gothic"/>
                <a:cs typeface="Malgun Gothic"/>
              </a:defRPr>
            </a:lvl2pPr>
            <a:lvl3pPr algn="l">
              <a:defRPr sz="2250" b="1">
                <a:solidFill>
                  <a:srgbClr val="0D223F"/>
                </a:solidFill>
                <a:latin typeface="Malgun Gothic"/>
                <a:ea typeface="Malgun Gothic"/>
                <a:cs typeface="Malgun Gothic"/>
              </a:defRPr>
            </a:lvl3pPr>
            <a:lvl4pPr algn="l">
              <a:defRPr sz="2250" b="1">
                <a:solidFill>
                  <a:srgbClr val="0D223F"/>
                </a:solidFill>
                <a:latin typeface="Malgun Gothic"/>
                <a:ea typeface="Malgun Gothic"/>
                <a:cs typeface="Malgun Gothic"/>
              </a:defRPr>
            </a:lvl4pPr>
            <a:lvl5pPr algn="l">
              <a:defRPr sz="2250" b="1">
                <a:solidFill>
                  <a:srgbClr val="0D223F"/>
                </a:solidFill>
                <a:latin typeface="Malgun Gothic"/>
                <a:ea typeface="Malgun Gothic"/>
                <a:cs typeface="Malgun Gothic"/>
              </a:defRPr>
            </a:lvl5pPr>
            <a:lvl6pPr algn="l">
              <a:defRPr sz="2250" b="1">
                <a:solidFill>
                  <a:srgbClr val="0D223F"/>
                </a:solidFill>
                <a:latin typeface="Malgun Gothic"/>
                <a:ea typeface="Malgun Gothic"/>
                <a:cs typeface="Malgun Gothic"/>
              </a:defRPr>
            </a:lvl6pPr>
            <a:lvl7pPr algn="l">
              <a:defRPr sz="2250" b="1">
                <a:solidFill>
                  <a:srgbClr val="0D223F"/>
                </a:solidFill>
                <a:latin typeface="Malgun Gothic"/>
                <a:ea typeface="Malgun Gothic"/>
                <a:cs typeface="Malgun Gothic"/>
              </a:defRPr>
            </a:lvl7pPr>
            <a:lvl8pPr algn="l">
              <a:defRPr sz="2250" b="1">
                <a:solidFill>
                  <a:srgbClr val="0D223F"/>
                </a:solidFill>
                <a:latin typeface="Malgun Gothic"/>
                <a:ea typeface="Malgun Gothic"/>
                <a:cs typeface="Malgun Gothic"/>
              </a:defRPr>
            </a:lvl8pPr>
            <a:lvl9pPr algn="l">
              <a:defRPr sz="2250" b="1">
                <a:solidFill>
                  <a:srgbClr val="0D223F"/>
                </a:solidFill>
                <a:latin typeface="Malgun Gothic"/>
                <a:ea typeface="Malgun Gothic"/>
                <a:cs typeface="Malgun Gothic"/>
              </a:defRPr>
            </a:lvl9pPr>
          </a:lstStyle>
          <a:p xmlns:a="http://schemas.openxmlformats.org/drawingml/2006/main">
            <a:pPr algn="l">
              <a:lnSpc>
                <a:spcPct val="115000"/>
              </a:lnSpc>
              <a:buNone/>
              <a:defRPr sz="2250" b="1">
                <a:solidFill>
                  <a:srgbClr val="0D223F"/>
                </a:solidFill>
                <a:latin typeface="Malgun Gothic"/>
                <a:ea typeface="Malgun Gothic"/>
                <a:cs typeface="Malgun Gothic"/>
              </a:defRPr>
            </a:pPr>
            <a:r>
              <a:rPr sz="2250" b="1">
                <a:solidFill>
                  <a:srgbClr val="0D223F"/>
                </a:solidFill>
                <a:latin typeface="Malgun Gothic"/>
                <a:ea typeface="Malgun Gothic"/>
                <a:cs typeface="Malgun Gothic"/>
              </a:rPr>
              <a:t>상세와 이력</a:t>
            </a:r>
          </a:p>
        </p:txBody>
      </p:sp>
      <p:sp>
        <p:nvSpPr>
          <p:cNvPr id="8" name="직사각형 7">
            <a:extLst xmlns:a="http://schemas.openxmlformats.org/drawingml/2006/main">
              <a:ext uri="{FF2B5EF4-FFF2-40B4-BE49-F238E27FC236}">
                <a16:creationId xmlns:a16="http://schemas.microsoft.com/office/drawing/2014/main" id="{2673B099-423F-4508-A8F0-E61F82597F9A}"/>
              </a:ext>
            </a:extLst>
          </p:cNvPr>
          <p:cNvSpPr>
            <a:spLocks xmlns:a="http://schemas.openxmlformats.org/drawingml/2006/main" noGrp="1"/>
          </p:cNvSpPr>
          <p:nvPr/>
        </p:nvSpPr>
        <p:spPr>
          <a:xfrm xmlns:a="http://schemas.openxmlformats.org/drawingml/2006/main">
            <a:off x="609600" y="4514850"/>
            <a:ext cx="44196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F3248"/>
                </a:solidFill>
                <a:latin typeface="Malgun Gothic"/>
                <a:ea typeface="Malgun Gothic"/>
                <a:cs typeface="Malgun Gothic"/>
              </a:defRPr>
            </a:defPPr>
            <a:lvl1pPr algn="l">
              <a:defRPr sz="1875" b="0">
                <a:solidFill>
                  <a:srgbClr val="1F3248"/>
                </a:solidFill>
                <a:latin typeface="Malgun Gothic"/>
                <a:ea typeface="Malgun Gothic"/>
                <a:cs typeface="Malgun Gothic"/>
              </a:defRPr>
            </a:lvl1pPr>
            <a:lvl2pPr algn="l">
              <a:defRPr sz="1875" b="0">
                <a:solidFill>
                  <a:srgbClr val="1F3248"/>
                </a:solidFill>
                <a:latin typeface="Malgun Gothic"/>
                <a:ea typeface="Malgun Gothic"/>
                <a:cs typeface="Malgun Gothic"/>
              </a:defRPr>
            </a:lvl2pPr>
            <a:lvl3pPr algn="l">
              <a:defRPr sz="1875" b="0">
                <a:solidFill>
                  <a:srgbClr val="1F3248"/>
                </a:solidFill>
                <a:latin typeface="Malgun Gothic"/>
                <a:ea typeface="Malgun Gothic"/>
                <a:cs typeface="Malgun Gothic"/>
              </a:defRPr>
            </a:lvl3pPr>
            <a:lvl4pPr algn="l">
              <a:defRPr sz="1875" b="0">
                <a:solidFill>
                  <a:srgbClr val="1F3248"/>
                </a:solidFill>
                <a:latin typeface="Malgun Gothic"/>
                <a:ea typeface="Malgun Gothic"/>
                <a:cs typeface="Malgun Gothic"/>
              </a:defRPr>
            </a:lvl4pPr>
            <a:lvl5pPr algn="l">
              <a:defRPr sz="1875" b="0">
                <a:solidFill>
                  <a:srgbClr val="1F3248"/>
                </a:solidFill>
                <a:latin typeface="Malgun Gothic"/>
                <a:ea typeface="Malgun Gothic"/>
                <a:cs typeface="Malgun Gothic"/>
              </a:defRPr>
            </a:lvl5pPr>
            <a:lvl6pPr algn="l">
              <a:defRPr sz="1875" b="0">
                <a:solidFill>
                  <a:srgbClr val="1F3248"/>
                </a:solidFill>
                <a:latin typeface="Malgun Gothic"/>
                <a:ea typeface="Malgun Gothic"/>
                <a:cs typeface="Malgun Gothic"/>
              </a:defRPr>
            </a:lvl6pPr>
            <a:lvl7pPr algn="l">
              <a:defRPr sz="1875" b="0">
                <a:solidFill>
                  <a:srgbClr val="1F3248"/>
                </a:solidFill>
                <a:latin typeface="Malgun Gothic"/>
                <a:ea typeface="Malgun Gothic"/>
                <a:cs typeface="Malgun Gothic"/>
              </a:defRPr>
            </a:lvl7pPr>
            <a:lvl8pPr algn="l">
              <a:defRPr sz="1875" b="0">
                <a:solidFill>
                  <a:srgbClr val="1F3248"/>
                </a:solidFill>
                <a:latin typeface="Malgun Gothic"/>
                <a:ea typeface="Malgun Gothic"/>
                <a:cs typeface="Malgun Gothic"/>
              </a:defRPr>
            </a:lvl8pPr>
            <a:lvl9pPr algn="l">
              <a:defRPr sz="1875" b="0">
                <a:solidFill>
                  <a:srgbClr val="1F3248"/>
                </a:solidFill>
                <a:latin typeface="Malgun Gothic"/>
                <a:ea typeface="Malgun Gothic"/>
                <a:cs typeface="Malgun Gothic"/>
              </a:defRPr>
            </a:lvl9pPr>
          </a:lstStyle>
          <a:p xmlns:a="http://schemas.openxmlformats.org/drawingml/2006/main">
            <a:pPr algn="l">
              <a:lnSpc>
                <a:spcPct val="115000"/>
              </a:lnSpc>
              <a:buNone/>
              <a:defRPr sz="1875" b="0">
                <a:solidFill>
                  <a:srgbClr val="1F3248"/>
                </a:solidFill>
                <a:latin typeface="Malgun Gothic"/>
                <a:ea typeface="Malgun Gothic"/>
                <a:cs typeface="Malgun Gothic"/>
              </a:defRPr>
            </a:pPr>
            <a:r>
              <a:rPr sz="1875" b="0">
                <a:solidFill>
                  <a:srgbClr val="1F3248"/>
                </a:solidFill>
                <a:latin typeface="Malgun Gothic"/>
                <a:ea typeface="Malgun Gothic"/>
                <a:cs typeface="Malgun Gothic"/>
              </a:rPr>
              <a:t>컴포넌트와 지표, 상태 발생·복구 기록,</a:t>
            </a:r>
          </a:p>
          <a:p xmlns:a="http://schemas.openxmlformats.org/drawingml/2006/main">
            <a:pPr algn="l">
              <a:lnSpc>
                <a:spcPct val="115000"/>
              </a:lnSpc>
              <a:buNone/>
              <a:defRPr sz="1875" b="0">
                <a:solidFill>
                  <a:srgbClr val="1F3248"/>
                </a:solidFill>
                <a:latin typeface="Malgun Gothic"/>
                <a:ea typeface="Malgun Gothic"/>
                <a:cs typeface="Malgun Gothic"/>
              </a:defRPr>
            </a:pPr>
            <a:r>
              <a:rPr sz="1875" b="0">
                <a:solidFill>
                  <a:srgbClr val="1F3248"/>
                </a:solidFill>
                <a:latin typeface="Malgun Gothic"/>
                <a:ea typeface="Malgun Gothic"/>
                <a:cs typeface="Malgun Gothic"/>
              </a:rPr>
              <a:t>접속·인증 이력을 별도로 조회합니다.</a:t>
            </a:r>
          </a:p>
        </p:txBody>
      </p:sp>
      <p:sp>
        <p:nvSpPr>
          <p:cNvPr id="9" name="직사각형 8">
            <a:extLst xmlns:a="http://schemas.openxmlformats.org/drawingml/2006/main">
              <a:ext uri="{FF2B5EF4-FFF2-40B4-BE49-F238E27FC236}">
                <a16:creationId xmlns:a16="http://schemas.microsoft.com/office/drawing/2014/main" id="{82C4A8E1-C445-4B75-A86A-E59176DDECDD}"/>
              </a:ext>
            </a:extLst>
          </p:cNvPr>
          <p:cNvSpPr>
            <a:spLocks xmlns:a="http://schemas.openxmlformats.org/drawingml/2006/main" noGrp="1"/>
          </p:cNvSpPr>
          <p:nvPr/>
        </p:nvSpPr>
        <p:spPr>
          <a:xfrm xmlns:a="http://schemas.openxmlformats.org/drawingml/2006/main">
            <a:off x="609600" y="5657850"/>
            <a:ext cx="44196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185AC0"/>
                </a:solidFill>
                <a:latin typeface="Malgun Gothic"/>
                <a:ea typeface="Malgun Gothic"/>
                <a:cs typeface="Malgun Gothic"/>
              </a:defRPr>
            </a:defPPr>
            <a:lvl1pPr algn="l">
              <a:defRPr sz="1500" b="1">
                <a:solidFill>
                  <a:srgbClr val="185AC0"/>
                </a:solidFill>
                <a:latin typeface="Malgun Gothic"/>
                <a:ea typeface="Malgun Gothic"/>
                <a:cs typeface="Malgun Gothic"/>
              </a:defRPr>
            </a:lvl1pPr>
            <a:lvl2pPr algn="l">
              <a:defRPr sz="1500" b="1">
                <a:solidFill>
                  <a:srgbClr val="185AC0"/>
                </a:solidFill>
                <a:latin typeface="Malgun Gothic"/>
                <a:ea typeface="Malgun Gothic"/>
                <a:cs typeface="Malgun Gothic"/>
              </a:defRPr>
            </a:lvl2pPr>
            <a:lvl3pPr algn="l">
              <a:defRPr sz="1500" b="1">
                <a:solidFill>
                  <a:srgbClr val="185AC0"/>
                </a:solidFill>
                <a:latin typeface="Malgun Gothic"/>
                <a:ea typeface="Malgun Gothic"/>
                <a:cs typeface="Malgun Gothic"/>
              </a:defRPr>
            </a:lvl3pPr>
            <a:lvl4pPr algn="l">
              <a:defRPr sz="1500" b="1">
                <a:solidFill>
                  <a:srgbClr val="185AC0"/>
                </a:solidFill>
                <a:latin typeface="Malgun Gothic"/>
                <a:ea typeface="Malgun Gothic"/>
                <a:cs typeface="Malgun Gothic"/>
              </a:defRPr>
            </a:lvl4pPr>
            <a:lvl5pPr algn="l">
              <a:defRPr sz="1500" b="1">
                <a:solidFill>
                  <a:srgbClr val="185AC0"/>
                </a:solidFill>
                <a:latin typeface="Malgun Gothic"/>
                <a:ea typeface="Malgun Gothic"/>
                <a:cs typeface="Malgun Gothic"/>
              </a:defRPr>
            </a:lvl5pPr>
            <a:lvl6pPr algn="l">
              <a:defRPr sz="1500" b="1">
                <a:solidFill>
                  <a:srgbClr val="185AC0"/>
                </a:solidFill>
                <a:latin typeface="Malgun Gothic"/>
                <a:ea typeface="Malgun Gothic"/>
                <a:cs typeface="Malgun Gothic"/>
              </a:defRPr>
            </a:lvl6pPr>
            <a:lvl7pPr algn="l">
              <a:defRPr sz="1500" b="1">
                <a:solidFill>
                  <a:srgbClr val="185AC0"/>
                </a:solidFill>
                <a:latin typeface="Malgun Gothic"/>
                <a:ea typeface="Malgun Gothic"/>
                <a:cs typeface="Malgun Gothic"/>
              </a:defRPr>
            </a:lvl7pPr>
            <a:lvl8pPr algn="l">
              <a:defRPr sz="1500" b="1">
                <a:solidFill>
                  <a:srgbClr val="185AC0"/>
                </a:solidFill>
                <a:latin typeface="Malgun Gothic"/>
                <a:ea typeface="Malgun Gothic"/>
                <a:cs typeface="Malgun Gothic"/>
              </a:defRPr>
            </a:lvl8pPr>
            <a:lvl9pPr algn="l">
              <a:defRPr sz="1500" b="1">
                <a:solidFill>
                  <a:srgbClr val="185AC0"/>
                </a:solidFill>
                <a:latin typeface="Malgun Gothic"/>
                <a:ea typeface="Malgun Gothic"/>
                <a:cs typeface="Malgun Gothic"/>
              </a:defRPr>
            </a:lvl9pPr>
          </a:lstStyle>
          <a:p xmlns:a="http://schemas.openxmlformats.org/drawingml/2006/main">
            <a:pPr algn="l">
              <a:lnSpc>
                <a:spcPct val="115000"/>
              </a:lnSpc>
              <a:buNone/>
              <a:defRPr sz="1500" b="1">
                <a:solidFill>
                  <a:srgbClr val="185AC0"/>
                </a:solidFill>
                <a:latin typeface="Malgun Gothic"/>
                <a:ea typeface="Malgun Gothic"/>
                <a:cs typeface="Malgun Gothic"/>
              </a:defRPr>
            </a:pPr>
            <a:r>
              <a:rPr sz="1500" b="1">
                <a:solidFill>
                  <a:srgbClr val="185AC0"/>
                </a:solidFill>
                <a:latin typeface="Malgun Gothic"/>
                <a:ea typeface="Malgun Gothic"/>
                <a:cs typeface="Malgun Gothic"/>
              </a:rPr>
              <a:t>진단기만 또는 제품과 함께 선택 설치</a:t>
            </a:r>
          </a:p>
          <a:p xmlns:a="http://schemas.openxmlformats.org/drawingml/2006/main">
            <a:pPr algn="l">
              <a:lnSpc>
                <a:spcPct val="115000"/>
              </a:lnSpc>
              <a:buNone/>
              <a:defRPr sz="1500" b="1">
                <a:solidFill>
                  <a:srgbClr val="185AC0"/>
                </a:solidFill>
                <a:latin typeface="Malgun Gothic"/>
                <a:ea typeface="Malgun Gothic"/>
                <a:cs typeface="Malgun Gothic"/>
              </a:defRPr>
            </a:pPr>
            <a:r>
              <a:rPr sz="1500" b="1">
                <a:solidFill>
                  <a:srgbClr val="185AC0"/>
                </a:solidFill>
                <a:latin typeface="Malgun Gothic"/>
                <a:ea typeface="Malgun Gothic"/>
                <a:cs typeface="Malgun Gothic"/>
              </a:rPr>
              <a:t>기본 5088 포트로 같은 망에서 브라우저 조회</a:t>
            </a:r>
          </a:p>
        </p:txBody>
      </p:sp>
      <p:pic>
        <p:nvPicPr>
          <p:cNvPr id="10" name="그림 9">
            <a:extLst xmlns:a="http://schemas.openxmlformats.org/drawingml/2006/main">
              <a:ext uri="{FF2B5EF4-FFF2-40B4-BE49-F238E27FC236}">
                <a16:creationId xmlns:a16="http://schemas.microsoft.com/office/drawing/2014/main" id="{ADD390A7-6600-472C-8232-7390F1C713CD}"/>
              </a:ext>
            </a:extLst>
          </p:cNvPr>
          <p:cNvPicPr>
            <a:picLocks xmlns:a="http://schemas.openxmlformats.org/drawingml/2006/main" noChangeAspect="1"/>
          </p:cNvPicPr>
          <p:nvPr/>
        </p:nvPicPr>
        <p:blipFill>
          <a:blip xmlns:r="http://schemas.openxmlformats.org/officeDocument/2006/relationships" xmlns:a="http://schemas.openxmlformats.org/drawingml/2006/main" r:embed="R8f96ee80219748ea"/>
          <a:stretch xmlns:a="http://schemas.openxmlformats.org/drawingml/2006/main"/>
        </p:blipFill>
        <p:spPr>
          <a:xfrm xmlns:a="http://schemas.openxmlformats.org/drawingml/2006/main">
            <a:off x="6553663" y="2219325"/>
            <a:ext cx="3837648" cy="4029075"/>
          </a:xfrm>
          <a:prstGeom xmlns:a="http://schemas.openxmlformats.org/drawingml/2006/main" prst="rect">
            <a:avLst/>
          </a:prstGeom>
        </p:spPr>
      </p:pic>
    </p:spTree>
    <p:extLst>
      <p:ext uri="{BB962C8B-B14F-4D97-AF65-F5344CB8AC3E}">
        <p14:creationId xmlns:p14="http://schemas.microsoft.com/office/powerpoint/2010/main" val="94166125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직사각형 10">
            <a:extLst xmlns:a="http://schemas.openxmlformats.org/drawingml/2006/main">
              <a:ext uri="{FF2B5EF4-FFF2-40B4-BE49-F238E27FC236}">
                <a16:creationId xmlns:a16="http://schemas.microsoft.com/office/drawing/2014/main" id="{3A7E7678-696B-4DEF-9B2F-3C01969BD49D}"/>
              </a:ext>
            </a:extLst>
          </p:cNvPr>
          <p:cNvSpPr>
            <a:spLocks xmlns:a="http://schemas.openxmlformats.org/drawingml/2006/main" noGrp="1"/>
          </p:cNvSpPr>
          <p:nvPr/>
        </p:nvSpPr>
        <p:spPr>
          <a:xfrm xmlns:a="http://schemas.openxmlformats.org/drawingml/2006/main">
            <a:off x="609600" y="5334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D223F"/>
                </a:solidFill>
                <a:latin typeface="Malgun Gothic"/>
                <a:ea typeface="Malgun Gothic"/>
                <a:cs typeface="Malgun Gothic"/>
              </a:defRPr>
            </a:defPPr>
            <a:lvl1pPr algn="l">
              <a:defRPr sz="3300" b="1">
                <a:solidFill>
                  <a:srgbClr val="0D223F"/>
                </a:solidFill>
                <a:latin typeface="Malgun Gothic"/>
                <a:ea typeface="Malgun Gothic"/>
                <a:cs typeface="Malgun Gothic"/>
              </a:defRPr>
            </a:lvl1pPr>
            <a:lvl2pPr algn="l">
              <a:defRPr sz="3300" b="1">
                <a:solidFill>
                  <a:srgbClr val="0D223F"/>
                </a:solidFill>
                <a:latin typeface="Malgun Gothic"/>
                <a:ea typeface="Malgun Gothic"/>
                <a:cs typeface="Malgun Gothic"/>
              </a:defRPr>
            </a:lvl2pPr>
            <a:lvl3pPr algn="l">
              <a:defRPr sz="3300" b="1">
                <a:solidFill>
                  <a:srgbClr val="0D223F"/>
                </a:solidFill>
                <a:latin typeface="Malgun Gothic"/>
                <a:ea typeface="Malgun Gothic"/>
                <a:cs typeface="Malgun Gothic"/>
              </a:defRPr>
            </a:lvl3pPr>
            <a:lvl4pPr algn="l">
              <a:defRPr sz="3300" b="1">
                <a:solidFill>
                  <a:srgbClr val="0D223F"/>
                </a:solidFill>
                <a:latin typeface="Malgun Gothic"/>
                <a:ea typeface="Malgun Gothic"/>
                <a:cs typeface="Malgun Gothic"/>
              </a:defRPr>
            </a:lvl4pPr>
            <a:lvl5pPr algn="l">
              <a:defRPr sz="3300" b="1">
                <a:solidFill>
                  <a:srgbClr val="0D223F"/>
                </a:solidFill>
                <a:latin typeface="Malgun Gothic"/>
                <a:ea typeface="Malgun Gothic"/>
                <a:cs typeface="Malgun Gothic"/>
              </a:defRPr>
            </a:lvl5pPr>
            <a:lvl6pPr algn="l">
              <a:defRPr sz="3300" b="1">
                <a:solidFill>
                  <a:srgbClr val="0D223F"/>
                </a:solidFill>
                <a:latin typeface="Malgun Gothic"/>
                <a:ea typeface="Malgun Gothic"/>
                <a:cs typeface="Malgun Gothic"/>
              </a:defRPr>
            </a:lvl6pPr>
            <a:lvl7pPr algn="l">
              <a:defRPr sz="3300" b="1">
                <a:solidFill>
                  <a:srgbClr val="0D223F"/>
                </a:solidFill>
                <a:latin typeface="Malgun Gothic"/>
                <a:ea typeface="Malgun Gothic"/>
                <a:cs typeface="Malgun Gothic"/>
              </a:defRPr>
            </a:lvl7pPr>
            <a:lvl8pPr algn="l">
              <a:defRPr sz="3300" b="1">
                <a:solidFill>
                  <a:srgbClr val="0D223F"/>
                </a:solidFill>
                <a:latin typeface="Malgun Gothic"/>
                <a:ea typeface="Malgun Gothic"/>
                <a:cs typeface="Malgun Gothic"/>
              </a:defRPr>
            </a:lvl8pPr>
            <a:lvl9pPr algn="l">
              <a:defRPr sz="3300" b="1">
                <a:solidFill>
                  <a:srgbClr val="0D223F"/>
                </a:solidFill>
                <a:latin typeface="Malgun Gothic"/>
                <a:ea typeface="Malgun Gothic"/>
                <a:cs typeface="Malgun Gothic"/>
              </a:defRPr>
            </a:lvl9pPr>
          </a:lstStyle>
          <a:p xmlns:a="http://schemas.openxmlformats.org/drawingml/2006/main">
            <a:pPr algn="l">
              <a:lnSpc>
                <a:spcPct val="115000"/>
              </a:lnSpc>
              <a:buNone/>
              <a:defRPr sz="3300" b="1">
                <a:solidFill>
                  <a:srgbClr val="0D223F"/>
                </a:solidFill>
                <a:latin typeface="Malgun Gothic"/>
                <a:ea typeface="Malgun Gothic"/>
                <a:cs typeface="Malgun Gothic"/>
              </a:defRPr>
            </a:pPr>
            <a:r>
              <a:rPr sz="3300" b="1">
                <a:solidFill>
                  <a:srgbClr val="0D223F"/>
                </a:solidFill>
                <a:latin typeface="Malgun Gothic"/>
                <a:ea typeface="Malgun Gothic"/>
                <a:cs typeface="Malgun Gothic"/>
              </a:rPr>
              <a:t>FieldScope</a:t>
            </a:r>
          </a:p>
        </p:txBody>
      </p:sp>
      <p:sp>
        <p:nvSpPr>
          <p:cNvPr id="2" name="직사각형 1">
            <a:extLst xmlns:a="http://schemas.openxmlformats.org/drawingml/2006/main">
              <a:ext uri="{FF2B5EF4-FFF2-40B4-BE49-F238E27FC236}">
                <a16:creationId xmlns:a16="http://schemas.microsoft.com/office/drawing/2014/main" id="{73AD6A6C-A864-4CA9-A959-D036EB1A1E64}"/>
              </a:ext>
            </a:extLst>
          </p:cNvPr>
          <p:cNvSpPr>
            <a:spLocks xmlns:a="http://schemas.openxmlformats.org/drawingml/2006/main" noGrp="1"/>
          </p:cNvSpPr>
          <p:nvPr/>
        </p:nvSpPr>
        <p:spPr>
          <a:xfrm xmlns:a="http://schemas.openxmlformats.org/drawingml/2006/main">
            <a:off x="628650" y="1362075"/>
            <a:ext cx="10839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1748A"/>
                </a:solidFill>
                <a:latin typeface="Malgun Gothic"/>
                <a:ea typeface="Malgun Gothic"/>
                <a:cs typeface="Malgun Gothic"/>
              </a:defRPr>
            </a:defPPr>
            <a:lvl1pPr algn="l">
              <a:defRPr sz="1800" b="0">
                <a:solidFill>
                  <a:srgbClr val="61748A"/>
                </a:solidFill>
                <a:latin typeface="Malgun Gothic"/>
                <a:ea typeface="Malgun Gothic"/>
                <a:cs typeface="Malgun Gothic"/>
              </a:defRPr>
            </a:lvl1pPr>
            <a:lvl2pPr algn="l">
              <a:defRPr sz="1800" b="0">
                <a:solidFill>
                  <a:srgbClr val="61748A"/>
                </a:solidFill>
                <a:latin typeface="Malgun Gothic"/>
                <a:ea typeface="Malgun Gothic"/>
                <a:cs typeface="Malgun Gothic"/>
              </a:defRPr>
            </a:lvl2pPr>
            <a:lvl3pPr algn="l">
              <a:defRPr sz="1800" b="0">
                <a:solidFill>
                  <a:srgbClr val="61748A"/>
                </a:solidFill>
                <a:latin typeface="Malgun Gothic"/>
                <a:ea typeface="Malgun Gothic"/>
                <a:cs typeface="Malgun Gothic"/>
              </a:defRPr>
            </a:lvl3pPr>
            <a:lvl4pPr algn="l">
              <a:defRPr sz="1800" b="0">
                <a:solidFill>
                  <a:srgbClr val="61748A"/>
                </a:solidFill>
                <a:latin typeface="Malgun Gothic"/>
                <a:ea typeface="Malgun Gothic"/>
                <a:cs typeface="Malgun Gothic"/>
              </a:defRPr>
            </a:lvl4pPr>
            <a:lvl5pPr algn="l">
              <a:defRPr sz="1800" b="0">
                <a:solidFill>
                  <a:srgbClr val="61748A"/>
                </a:solidFill>
                <a:latin typeface="Malgun Gothic"/>
                <a:ea typeface="Malgun Gothic"/>
                <a:cs typeface="Malgun Gothic"/>
              </a:defRPr>
            </a:lvl5pPr>
            <a:lvl6pPr algn="l">
              <a:defRPr sz="1800" b="0">
                <a:solidFill>
                  <a:srgbClr val="61748A"/>
                </a:solidFill>
                <a:latin typeface="Malgun Gothic"/>
                <a:ea typeface="Malgun Gothic"/>
                <a:cs typeface="Malgun Gothic"/>
              </a:defRPr>
            </a:lvl6pPr>
            <a:lvl7pPr algn="l">
              <a:defRPr sz="1800" b="0">
                <a:solidFill>
                  <a:srgbClr val="61748A"/>
                </a:solidFill>
                <a:latin typeface="Malgun Gothic"/>
                <a:ea typeface="Malgun Gothic"/>
                <a:cs typeface="Malgun Gothic"/>
              </a:defRPr>
            </a:lvl7pPr>
            <a:lvl8pPr algn="l">
              <a:defRPr sz="1800" b="0">
                <a:solidFill>
                  <a:srgbClr val="61748A"/>
                </a:solidFill>
                <a:latin typeface="Malgun Gothic"/>
                <a:ea typeface="Malgun Gothic"/>
                <a:cs typeface="Malgun Gothic"/>
              </a:defRPr>
            </a:lvl8pPr>
            <a:lvl9pPr algn="l">
              <a:defRPr sz="1800" b="0">
                <a:solidFill>
                  <a:srgbClr val="61748A"/>
                </a:solidFill>
                <a:latin typeface="Malgun Gothic"/>
                <a:ea typeface="Malgun Gothic"/>
                <a:cs typeface="Malgun Gothic"/>
              </a:defRPr>
            </a:lvl9pPr>
          </a:lstStyle>
          <a:p xmlns:a="http://schemas.openxmlformats.org/drawingml/2006/main">
            <a:pPr algn="l">
              <a:lnSpc>
                <a:spcPct val="115000"/>
              </a:lnSpc>
              <a:buNone/>
              <a:defRPr sz="1800" b="0">
                <a:solidFill>
                  <a:srgbClr val="61748A"/>
                </a:solidFill>
                <a:latin typeface="Malgun Gothic"/>
                <a:ea typeface="Malgun Gothic"/>
                <a:cs typeface="Malgun Gothic"/>
              </a:defRPr>
            </a:pPr>
            <a:r>
              <a:rPr sz="1800" b="0">
                <a:solidFill>
                  <a:srgbClr val="61748A"/>
                </a:solidFill>
                <a:latin typeface="Malgun Gothic"/>
                <a:ea typeface="Malgun Gothic"/>
                <a:cs typeface="Malgun Gothic"/>
              </a:rPr>
              <a:t>Android에서 PLC에 직접 연결하는 모바일 현장 점검</a:t>
            </a:r>
          </a:p>
        </p:txBody>
      </p:sp>
      <p:sp>
        <p:nvSpPr>
          <p:cNvPr id="3" name="직사각형 2">
            <a:extLst xmlns:a="http://schemas.openxmlformats.org/drawingml/2006/main">
              <a:ext uri="{FF2B5EF4-FFF2-40B4-BE49-F238E27FC236}">
                <a16:creationId xmlns:a16="http://schemas.microsoft.com/office/drawing/2014/main" id="{B3FEA3E1-C0B6-4958-86A0-0D25D41DA6E8}"/>
              </a:ext>
            </a:extLst>
          </p:cNvPr>
          <p:cNvSpPr>
            <a:spLocks xmlns:a="http://schemas.openxmlformats.org/drawingml/2006/main" noGrp="1"/>
          </p:cNvSpPr>
          <p:nvPr/>
        </p:nvSpPr>
        <p:spPr>
          <a:xfrm xmlns:a="http://schemas.openxmlformats.org/drawingml/2006/main">
            <a:off x="609600" y="6400800"/>
            <a:ext cx="333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JAYONSTUDIO</a:t>
            </a:r>
          </a:p>
        </p:txBody>
      </p:sp>
      <p:sp>
        <p:nvSpPr>
          <p:cNvPr id="4" name="직사각형 3">
            <a:extLst xmlns:a="http://schemas.openxmlformats.org/drawingml/2006/main">
              <a:ext uri="{FF2B5EF4-FFF2-40B4-BE49-F238E27FC236}">
                <a16:creationId xmlns:a16="http://schemas.microsoft.com/office/drawing/2014/main" id="{37B55A53-5FFC-4D92-B55A-1005EE9987A2}"/>
              </a:ext>
            </a:extLst>
          </p:cNvPr>
          <p:cNvSpPr>
            <a:spLocks xmlns:a="http://schemas.openxmlformats.org/drawingml/2006/main" noGrp="1"/>
          </p:cNvSpPr>
          <p:nvPr/>
        </p:nvSpPr>
        <p:spPr>
          <a:xfrm xmlns:a="http://schemas.openxmlformats.org/drawingml/2006/main">
            <a:off x="11029950" y="64008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08</a:t>
            </a:r>
          </a:p>
        </p:txBody>
      </p:sp>
      <p:sp>
        <p:nvSpPr>
          <p:cNvPr id="5" name="직사각형 4">
            <a:extLst xmlns:a="http://schemas.openxmlformats.org/drawingml/2006/main">
              <a:ext uri="{FF2B5EF4-FFF2-40B4-BE49-F238E27FC236}">
                <a16:creationId xmlns:a16="http://schemas.microsoft.com/office/drawing/2014/main" id="{E9D128DE-BE97-4F37-9EE8-15DBA914CEB6}"/>
              </a:ext>
            </a:extLst>
          </p:cNvPr>
          <p:cNvSpPr>
            <a:spLocks xmlns:a="http://schemas.openxmlformats.org/drawingml/2006/main" noGrp="1"/>
          </p:cNvSpPr>
          <p:nvPr/>
        </p:nvSpPr>
        <p:spPr>
          <a:xfrm xmlns:a="http://schemas.openxmlformats.org/drawingml/2006/main">
            <a:off x="609600" y="2362200"/>
            <a:ext cx="5238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85AC0"/>
                </a:solidFill>
                <a:latin typeface="Malgun Gothic"/>
                <a:ea typeface="Malgun Gothic"/>
                <a:cs typeface="Malgun Gothic"/>
              </a:defRPr>
            </a:defPPr>
            <a:lvl1pPr algn="l">
              <a:defRPr sz="2550" b="1">
                <a:solidFill>
                  <a:srgbClr val="185AC0"/>
                </a:solidFill>
                <a:latin typeface="Malgun Gothic"/>
                <a:ea typeface="Malgun Gothic"/>
                <a:cs typeface="Malgun Gothic"/>
              </a:defRPr>
            </a:lvl1pPr>
            <a:lvl2pPr algn="l">
              <a:defRPr sz="2550" b="1">
                <a:solidFill>
                  <a:srgbClr val="185AC0"/>
                </a:solidFill>
                <a:latin typeface="Malgun Gothic"/>
                <a:ea typeface="Malgun Gothic"/>
                <a:cs typeface="Malgun Gothic"/>
              </a:defRPr>
            </a:lvl2pPr>
            <a:lvl3pPr algn="l">
              <a:defRPr sz="2550" b="1">
                <a:solidFill>
                  <a:srgbClr val="185AC0"/>
                </a:solidFill>
                <a:latin typeface="Malgun Gothic"/>
                <a:ea typeface="Malgun Gothic"/>
                <a:cs typeface="Malgun Gothic"/>
              </a:defRPr>
            </a:lvl3pPr>
            <a:lvl4pPr algn="l">
              <a:defRPr sz="2550" b="1">
                <a:solidFill>
                  <a:srgbClr val="185AC0"/>
                </a:solidFill>
                <a:latin typeface="Malgun Gothic"/>
                <a:ea typeface="Malgun Gothic"/>
                <a:cs typeface="Malgun Gothic"/>
              </a:defRPr>
            </a:lvl4pPr>
            <a:lvl5pPr algn="l">
              <a:defRPr sz="2550" b="1">
                <a:solidFill>
                  <a:srgbClr val="185AC0"/>
                </a:solidFill>
                <a:latin typeface="Malgun Gothic"/>
                <a:ea typeface="Malgun Gothic"/>
                <a:cs typeface="Malgun Gothic"/>
              </a:defRPr>
            </a:lvl5pPr>
            <a:lvl6pPr algn="l">
              <a:defRPr sz="2550" b="1">
                <a:solidFill>
                  <a:srgbClr val="185AC0"/>
                </a:solidFill>
                <a:latin typeface="Malgun Gothic"/>
                <a:ea typeface="Malgun Gothic"/>
                <a:cs typeface="Malgun Gothic"/>
              </a:defRPr>
            </a:lvl6pPr>
            <a:lvl7pPr algn="l">
              <a:defRPr sz="2550" b="1">
                <a:solidFill>
                  <a:srgbClr val="185AC0"/>
                </a:solidFill>
                <a:latin typeface="Malgun Gothic"/>
                <a:ea typeface="Malgun Gothic"/>
                <a:cs typeface="Malgun Gothic"/>
              </a:defRPr>
            </a:lvl7pPr>
            <a:lvl8pPr algn="l">
              <a:defRPr sz="2550" b="1">
                <a:solidFill>
                  <a:srgbClr val="185AC0"/>
                </a:solidFill>
                <a:latin typeface="Malgun Gothic"/>
                <a:ea typeface="Malgun Gothic"/>
                <a:cs typeface="Malgun Gothic"/>
              </a:defRPr>
            </a:lvl8pPr>
            <a:lvl9pPr algn="l">
              <a:defRPr sz="2550" b="1">
                <a:solidFill>
                  <a:srgbClr val="185AC0"/>
                </a:solidFill>
                <a:latin typeface="Malgun Gothic"/>
                <a:ea typeface="Malgun Gothic"/>
                <a:cs typeface="Malgun Gothic"/>
              </a:defRPr>
            </a:lvl9pPr>
          </a:lstStyle>
          <a:p xmlns:a="http://schemas.openxmlformats.org/drawingml/2006/main">
            <a:pPr algn="l">
              <a:lnSpc>
                <a:spcPct val="115000"/>
              </a:lnSpc>
              <a:buNone/>
              <a:defRPr sz="2550" b="1">
                <a:solidFill>
                  <a:srgbClr val="185AC0"/>
                </a:solidFill>
                <a:latin typeface="Malgun Gothic"/>
                <a:ea typeface="Malgun Gothic"/>
                <a:cs typeface="Malgun Gothic"/>
              </a:defRPr>
            </a:pPr>
            <a:r>
              <a:rPr sz="2550" b="1">
                <a:solidFill>
                  <a:srgbClr val="185AC0"/>
                </a:solidFill>
                <a:latin typeface="Malgun Gothic"/>
                <a:ea typeface="Malgun Gothic"/>
                <a:cs typeface="Malgun Gothic"/>
              </a:rPr>
              <a:t/>
            </a:r>
          </a:p>
        </p:txBody>
      </p:sp>
      <p:sp>
        <p:nvSpPr>
          <p:cNvPr id="6" name="직사각형 5">
            <a:extLst xmlns:a="http://schemas.openxmlformats.org/drawingml/2006/main">
              <a:ext uri="{FF2B5EF4-FFF2-40B4-BE49-F238E27FC236}">
                <a16:creationId xmlns:a16="http://schemas.microsoft.com/office/drawing/2014/main" id="{CE058BC9-CC9A-4E47-8CA9-AE2D5EFF8EF0}"/>
              </a:ext>
            </a:extLst>
          </p:cNvPr>
          <p:cNvSpPr>
            <a:spLocks xmlns:a="http://schemas.openxmlformats.org/drawingml/2006/main" noGrp="1"/>
          </p:cNvSpPr>
          <p:nvPr/>
        </p:nvSpPr>
        <p:spPr>
          <a:xfrm xmlns:a="http://schemas.openxmlformats.org/drawingml/2006/main">
            <a:off x="609600" y="3028950"/>
            <a:ext cx="5238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F3248"/>
                </a:solidFill>
                <a:latin typeface="Malgun Gothic"/>
                <a:ea typeface="Malgun Gothic"/>
                <a:cs typeface="Malgun Gothic"/>
              </a:defRPr>
            </a:defPPr>
            <a:lvl1pPr algn="l">
              <a:defRPr sz="2100" b="0">
                <a:solidFill>
                  <a:srgbClr val="1F3248"/>
                </a:solidFill>
                <a:latin typeface="Malgun Gothic"/>
                <a:ea typeface="Malgun Gothic"/>
                <a:cs typeface="Malgun Gothic"/>
              </a:defRPr>
            </a:lvl1pPr>
            <a:lvl2pPr algn="l">
              <a:defRPr sz="2100" b="0">
                <a:solidFill>
                  <a:srgbClr val="1F3248"/>
                </a:solidFill>
                <a:latin typeface="Malgun Gothic"/>
                <a:ea typeface="Malgun Gothic"/>
                <a:cs typeface="Malgun Gothic"/>
              </a:defRPr>
            </a:lvl2pPr>
            <a:lvl3pPr algn="l">
              <a:defRPr sz="2100" b="0">
                <a:solidFill>
                  <a:srgbClr val="1F3248"/>
                </a:solidFill>
                <a:latin typeface="Malgun Gothic"/>
                <a:ea typeface="Malgun Gothic"/>
                <a:cs typeface="Malgun Gothic"/>
              </a:defRPr>
            </a:lvl3pPr>
            <a:lvl4pPr algn="l">
              <a:defRPr sz="2100" b="0">
                <a:solidFill>
                  <a:srgbClr val="1F3248"/>
                </a:solidFill>
                <a:latin typeface="Malgun Gothic"/>
                <a:ea typeface="Malgun Gothic"/>
                <a:cs typeface="Malgun Gothic"/>
              </a:defRPr>
            </a:lvl4pPr>
            <a:lvl5pPr algn="l">
              <a:defRPr sz="2100" b="0">
                <a:solidFill>
                  <a:srgbClr val="1F3248"/>
                </a:solidFill>
                <a:latin typeface="Malgun Gothic"/>
                <a:ea typeface="Malgun Gothic"/>
                <a:cs typeface="Malgun Gothic"/>
              </a:defRPr>
            </a:lvl5pPr>
            <a:lvl6pPr algn="l">
              <a:defRPr sz="2100" b="0">
                <a:solidFill>
                  <a:srgbClr val="1F3248"/>
                </a:solidFill>
                <a:latin typeface="Malgun Gothic"/>
                <a:ea typeface="Malgun Gothic"/>
                <a:cs typeface="Malgun Gothic"/>
              </a:defRPr>
            </a:lvl6pPr>
            <a:lvl7pPr algn="l">
              <a:defRPr sz="2100" b="0">
                <a:solidFill>
                  <a:srgbClr val="1F3248"/>
                </a:solidFill>
                <a:latin typeface="Malgun Gothic"/>
                <a:ea typeface="Malgun Gothic"/>
                <a:cs typeface="Malgun Gothic"/>
              </a:defRPr>
            </a:lvl7pPr>
            <a:lvl8pPr algn="l">
              <a:defRPr sz="2100" b="0">
                <a:solidFill>
                  <a:srgbClr val="1F3248"/>
                </a:solidFill>
                <a:latin typeface="Malgun Gothic"/>
                <a:ea typeface="Malgun Gothic"/>
                <a:cs typeface="Malgun Gothic"/>
              </a:defRPr>
            </a:lvl8pPr>
            <a:lvl9pPr algn="l">
              <a:defRPr sz="2100" b="0">
                <a:solidFill>
                  <a:srgbClr val="1F3248"/>
                </a:solidFill>
                <a:latin typeface="Malgun Gothic"/>
                <a:ea typeface="Malgun Gothic"/>
                <a:cs typeface="Malgun Gothic"/>
              </a:defRPr>
            </a:lvl9pPr>
          </a:lstStyle>
          <a:p xmlns:a="http://schemas.openxmlformats.org/drawingml/2006/main">
            <a:pPr algn="l">
              <a:lnSpc>
                <a:spcPct val="115000"/>
              </a:lnSpc>
              <a:buNone/>
              <a:defRPr sz="2100" b="0">
                <a:solidFill>
                  <a:srgbClr val="1F3248"/>
                </a:solidFill>
                <a:latin typeface="Malgun Gothic"/>
                <a:ea typeface="Malgun Gothic"/>
                <a:cs typeface="Malgun Gothic"/>
              </a:defRPr>
            </a:pPr>
            <a:r>
              <a:rPr sz="2100" b="0">
                <a:solidFill>
                  <a:srgbClr val="1F3248"/>
                </a:solidFill>
                <a:latin typeface="Malgun Gothic"/>
                <a:ea typeface="Malgun Gothic"/>
                <a:cs typeface="Malgun Gothic"/>
              </a:rPr>
              <a:t/>
            </a:r>
          </a:p>
        </p:txBody>
      </p:sp>
      <p:sp>
        <p:nvSpPr>
          <p:cNvPr id="7" name="직사각형 6">
            <a:extLst xmlns:a="http://schemas.openxmlformats.org/drawingml/2006/main">
              <a:ext uri="{FF2B5EF4-FFF2-40B4-BE49-F238E27FC236}">
                <a16:creationId xmlns:a16="http://schemas.microsoft.com/office/drawing/2014/main" id="{ED53D161-A516-48D4-A05C-76BBDCCB0B00}"/>
              </a:ext>
            </a:extLst>
          </p:cNvPr>
          <p:cNvSpPr>
            <a:spLocks xmlns:a="http://schemas.openxmlformats.org/drawingml/2006/main" noGrp="1"/>
          </p:cNvSpPr>
          <p:nvPr/>
        </p:nvSpPr>
        <p:spPr>
          <a:xfrm xmlns:a="http://schemas.openxmlformats.org/drawingml/2006/main">
            <a:off x="6324600" y="2362200"/>
            <a:ext cx="5257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85AC0"/>
                </a:solidFill>
                <a:latin typeface="Malgun Gothic"/>
                <a:ea typeface="Malgun Gothic"/>
                <a:cs typeface="Malgun Gothic"/>
              </a:defRPr>
            </a:defPPr>
            <a:lvl1pPr algn="l">
              <a:defRPr sz="2550" b="1">
                <a:solidFill>
                  <a:srgbClr val="185AC0"/>
                </a:solidFill>
                <a:latin typeface="Malgun Gothic"/>
                <a:ea typeface="Malgun Gothic"/>
                <a:cs typeface="Malgun Gothic"/>
              </a:defRPr>
            </a:lvl1pPr>
            <a:lvl2pPr algn="l">
              <a:defRPr sz="2550" b="1">
                <a:solidFill>
                  <a:srgbClr val="185AC0"/>
                </a:solidFill>
                <a:latin typeface="Malgun Gothic"/>
                <a:ea typeface="Malgun Gothic"/>
                <a:cs typeface="Malgun Gothic"/>
              </a:defRPr>
            </a:lvl2pPr>
            <a:lvl3pPr algn="l">
              <a:defRPr sz="2550" b="1">
                <a:solidFill>
                  <a:srgbClr val="185AC0"/>
                </a:solidFill>
                <a:latin typeface="Malgun Gothic"/>
                <a:ea typeface="Malgun Gothic"/>
                <a:cs typeface="Malgun Gothic"/>
              </a:defRPr>
            </a:lvl3pPr>
            <a:lvl4pPr algn="l">
              <a:defRPr sz="2550" b="1">
                <a:solidFill>
                  <a:srgbClr val="185AC0"/>
                </a:solidFill>
                <a:latin typeface="Malgun Gothic"/>
                <a:ea typeface="Malgun Gothic"/>
                <a:cs typeface="Malgun Gothic"/>
              </a:defRPr>
            </a:lvl4pPr>
            <a:lvl5pPr algn="l">
              <a:defRPr sz="2550" b="1">
                <a:solidFill>
                  <a:srgbClr val="185AC0"/>
                </a:solidFill>
                <a:latin typeface="Malgun Gothic"/>
                <a:ea typeface="Malgun Gothic"/>
                <a:cs typeface="Malgun Gothic"/>
              </a:defRPr>
            </a:lvl5pPr>
            <a:lvl6pPr algn="l">
              <a:defRPr sz="2550" b="1">
                <a:solidFill>
                  <a:srgbClr val="185AC0"/>
                </a:solidFill>
                <a:latin typeface="Malgun Gothic"/>
                <a:ea typeface="Malgun Gothic"/>
                <a:cs typeface="Malgun Gothic"/>
              </a:defRPr>
            </a:lvl6pPr>
            <a:lvl7pPr algn="l">
              <a:defRPr sz="2550" b="1">
                <a:solidFill>
                  <a:srgbClr val="185AC0"/>
                </a:solidFill>
                <a:latin typeface="Malgun Gothic"/>
                <a:ea typeface="Malgun Gothic"/>
                <a:cs typeface="Malgun Gothic"/>
              </a:defRPr>
            </a:lvl7pPr>
            <a:lvl8pPr algn="l">
              <a:defRPr sz="2550" b="1">
                <a:solidFill>
                  <a:srgbClr val="185AC0"/>
                </a:solidFill>
                <a:latin typeface="Malgun Gothic"/>
                <a:ea typeface="Malgun Gothic"/>
                <a:cs typeface="Malgun Gothic"/>
              </a:defRPr>
            </a:lvl8pPr>
            <a:lvl9pPr algn="l">
              <a:defRPr sz="2550" b="1">
                <a:solidFill>
                  <a:srgbClr val="185AC0"/>
                </a:solidFill>
                <a:latin typeface="Malgun Gothic"/>
                <a:ea typeface="Malgun Gothic"/>
                <a:cs typeface="Malgun Gothic"/>
              </a:defRPr>
            </a:lvl9pPr>
          </a:lstStyle>
          <a:p xmlns:a="http://schemas.openxmlformats.org/drawingml/2006/main">
            <a:pPr algn="l">
              <a:lnSpc>
                <a:spcPct val="115000"/>
              </a:lnSpc>
              <a:buNone/>
              <a:defRPr sz="2550" b="1">
                <a:solidFill>
                  <a:srgbClr val="185AC0"/>
                </a:solidFill>
                <a:latin typeface="Malgun Gothic"/>
                <a:ea typeface="Malgun Gothic"/>
                <a:cs typeface="Malgun Gothic"/>
              </a:defRPr>
            </a:pPr>
            <a:r>
              <a:rPr sz="2550" b="1">
                <a:solidFill>
                  <a:srgbClr val="185AC0"/>
                </a:solidFill>
                <a:latin typeface="Malgun Gothic"/>
                <a:ea typeface="Malgun Gothic"/>
                <a:cs typeface="Malgun Gothic"/>
              </a:rPr>
              <a:t/>
            </a:r>
          </a:p>
        </p:txBody>
      </p:sp>
      <p:sp>
        <p:nvSpPr>
          <p:cNvPr id="8" name="직사각형 7">
            <a:extLst xmlns:a="http://schemas.openxmlformats.org/drawingml/2006/main">
              <a:ext uri="{FF2B5EF4-FFF2-40B4-BE49-F238E27FC236}">
                <a16:creationId xmlns:a16="http://schemas.microsoft.com/office/drawing/2014/main" id="{F95016D0-B66C-493D-855C-A4DDCBE8FF8E}"/>
              </a:ext>
            </a:extLst>
          </p:cNvPr>
          <p:cNvSpPr>
            <a:spLocks xmlns:a="http://schemas.openxmlformats.org/drawingml/2006/main" noGrp="1"/>
          </p:cNvSpPr>
          <p:nvPr/>
        </p:nvSpPr>
        <p:spPr>
          <a:xfrm xmlns:a="http://schemas.openxmlformats.org/drawingml/2006/main">
            <a:off x="6324600" y="3028950"/>
            <a:ext cx="5257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F3248"/>
                </a:solidFill>
                <a:latin typeface="Malgun Gothic"/>
                <a:ea typeface="Malgun Gothic"/>
                <a:cs typeface="Malgun Gothic"/>
              </a:defRPr>
            </a:defPPr>
            <a:lvl1pPr algn="l">
              <a:defRPr sz="2100" b="0">
                <a:solidFill>
                  <a:srgbClr val="1F3248"/>
                </a:solidFill>
                <a:latin typeface="Malgun Gothic"/>
                <a:ea typeface="Malgun Gothic"/>
                <a:cs typeface="Malgun Gothic"/>
              </a:defRPr>
            </a:lvl1pPr>
            <a:lvl2pPr algn="l">
              <a:defRPr sz="2100" b="0">
                <a:solidFill>
                  <a:srgbClr val="1F3248"/>
                </a:solidFill>
                <a:latin typeface="Malgun Gothic"/>
                <a:ea typeface="Malgun Gothic"/>
                <a:cs typeface="Malgun Gothic"/>
              </a:defRPr>
            </a:lvl2pPr>
            <a:lvl3pPr algn="l">
              <a:defRPr sz="2100" b="0">
                <a:solidFill>
                  <a:srgbClr val="1F3248"/>
                </a:solidFill>
                <a:latin typeface="Malgun Gothic"/>
                <a:ea typeface="Malgun Gothic"/>
                <a:cs typeface="Malgun Gothic"/>
              </a:defRPr>
            </a:lvl3pPr>
            <a:lvl4pPr algn="l">
              <a:defRPr sz="2100" b="0">
                <a:solidFill>
                  <a:srgbClr val="1F3248"/>
                </a:solidFill>
                <a:latin typeface="Malgun Gothic"/>
                <a:ea typeface="Malgun Gothic"/>
                <a:cs typeface="Malgun Gothic"/>
              </a:defRPr>
            </a:lvl4pPr>
            <a:lvl5pPr algn="l">
              <a:defRPr sz="2100" b="0">
                <a:solidFill>
                  <a:srgbClr val="1F3248"/>
                </a:solidFill>
                <a:latin typeface="Malgun Gothic"/>
                <a:ea typeface="Malgun Gothic"/>
                <a:cs typeface="Malgun Gothic"/>
              </a:defRPr>
            </a:lvl5pPr>
            <a:lvl6pPr algn="l">
              <a:defRPr sz="2100" b="0">
                <a:solidFill>
                  <a:srgbClr val="1F3248"/>
                </a:solidFill>
                <a:latin typeface="Malgun Gothic"/>
                <a:ea typeface="Malgun Gothic"/>
                <a:cs typeface="Malgun Gothic"/>
              </a:defRPr>
            </a:lvl6pPr>
            <a:lvl7pPr algn="l">
              <a:defRPr sz="2100" b="0">
                <a:solidFill>
                  <a:srgbClr val="1F3248"/>
                </a:solidFill>
                <a:latin typeface="Malgun Gothic"/>
                <a:ea typeface="Malgun Gothic"/>
                <a:cs typeface="Malgun Gothic"/>
              </a:defRPr>
            </a:lvl7pPr>
            <a:lvl8pPr algn="l">
              <a:defRPr sz="2100" b="0">
                <a:solidFill>
                  <a:srgbClr val="1F3248"/>
                </a:solidFill>
                <a:latin typeface="Malgun Gothic"/>
                <a:ea typeface="Malgun Gothic"/>
                <a:cs typeface="Malgun Gothic"/>
              </a:defRPr>
            </a:lvl8pPr>
            <a:lvl9pPr algn="l">
              <a:defRPr sz="2100" b="0">
                <a:solidFill>
                  <a:srgbClr val="1F3248"/>
                </a:solidFill>
                <a:latin typeface="Malgun Gothic"/>
                <a:ea typeface="Malgun Gothic"/>
                <a:cs typeface="Malgun Gothic"/>
              </a:defRPr>
            </a:lvl9pPr>
          </a:lstStyle>
          <a:p xmlns:a="http://schemas.openxmlformats.org/drawingml/2006/main">
            <a:pPr algn="l">
              <a:lnSpc>
                <a:spcPct val="115000"/>
              </a:lnSpc>
              <a:buNone/>
              <a:defRPr sz="2100" b="0">
                <a:solidFill>
                  <a:srgbClr val="1F3248"/>
                </a:solidFill>
                <a:latin typeface="Malgun Gothic"/>
                <a:ea typeface="Malgun Gothic"/>
                <a:cs typeface="Malgun Gothic"/>
              </a:defRPr>
            </a:pPr>
            <a:r>
              <a:rPr sz="2100" b="0">
                <a:solidFill>
                  <a:srgbClr val="1F3248"/>
                </a:solidFill>
                <a:latin typeface="Malgun Gothic"/>
                <a:ea typeface="Malgun Gothic"/>
                <a:cs typeface="Malgun Gothic"/>
              </a:rPr>
              <a:t/>
            </a:r>
          </a:p>
        </p:txBody>
      </p:sp>
      <p:sp>
        <p:nvSpPr>
          <p:cNvPr id="9" name="직사각형 8">
            <a:extLst xmlns:a="http://schemas.openxmlformats.org/drawingml/2006/main">
              <a:ext uri="{FF2B5EF4-FFF2-40B4-BE49-F238E27FC236}">
                <a16:creationId xmlns:a16="http://schemas.microsoft.com/office/drawing/2014/main" id="{2F278E63-FC92-444F-A03B-2A2F5C17173E}"/>
              </a:ext>
            </a:extLst>
          </p:cNvPr>
          <p:cNvSpPr>
            <a:spLocks xmlns:a="http://schemas.openxmlformats.org/drawingml/2006/main" noGrp="1"/>
          </p:cNvSpPr>
          <p:nvPr/>
        </p:nvSpPr>
        <p:spPr>
          <a:xfrm xmlns:a="http://schemas.openxmlformats.org/drawingml/2006/main">
            <a:off x="609600" y="45910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D223F"/>
                </a:solidFill>
                <a:latin typeface="Malgun Gothic"/>
                <a:ea typeface="Malgun Gothic"/>
                <a:cs typeface="Malgun Gothic"/>
              </a:defRPr>
            </a:defPPr>
            <a:lvl1pPr algn="l">
              <a:defRPr sz="2325" b="1">
                <a:solidFill>
                  <a:srgbClr val="0D223F"/>
                </a:solidFill>
                <a:latin typeface="Malgun Gothic"/>
                <a:ea typeface="Malgun Gothic"/>
                <a:cs typeface="Malgun Gothic"/>
              </a:defRPr>
            </a:lvl1pPr>
            <a:lvl2pPr algn="l">
              <a:defRPr sz="2325" b="1">
                <a:solidFill>
                  <a:srgbClr val="0D223F"/>
                </a:solidFill>
                <a:latin typeface="Malgun Gothic"/>
                <a:ea typeface="Malgun Gothic"/>
                <a:cs typeface="Malgun Gothic"/>
              </a:defRPr>
            </a:lvl2pPr>
            <a:lvl3pPr algn="l">
              <a:defRPr sz="2325" b="1">
                <a:solidFill>
                  <a:srgbClr val="0D223F"/>
                </a:solidFill>
                <a:latin typeface="Malgun Gothic"/>
                <a:ea typeface="Malgun Gothic"/>
                <a:cs typeface="Malgun Gothic"/>
              </a:defRPr>
            </a:lvl3pPr>
            <a:lvl4pPr algn="l">
              <a:defRPr sz="2325" b="1">
                <a:solidFill>
                  <a:srgbClr val="0D223F"/>
                </a:solidFill>
                <a:latin typeface="Malgun Gothic"/>
                <a:ea typeface="Malgun Gothic"/>
                <a:cs typeface="Malgun Gothic"/>
              </a:defRPr>
            </a:lvl4pPr>
            <a:lvl5pPr algn="l">
              <a:defRPr sz="2325" b="1">
                <a:solidFill>
                  <a:srgbClr val="0D223F"/>
                </a:solidFill>
                <a:latin typeface="Malgun Gothic"/>
                <a:ea typeface="Malgun Gothic"/>
                <a:cs typeface="Malgun Gothic"/>
              </a:defRPr>
            </a:lvl5pPr>
            <a:lvl6pPr algn="l">
              <a:defRPr sz="2325" b="1">
                <a:solidFill>
                  <a:srgbClr val="0D223F"/>
                </a:solidFill>
                <a:latin typeface="Malgun Gothic"/>
                <a:ea typeface="Malgun Gothic"/>
                <a:cs typeface="Malgun Gothic"/>
              </a:defRPr>
            </a:lvl6pPr>
            <a:lvl7pPr algn="l">
              <a:defRPr sz="2325" b="1">
                <a:solidFill>
                  <a:srgbClr val="0D223F"/>
                </a:solidFill>
                <a:latin typeface="Malgun Gothic"/>
                <a:ea typeface="Malgun Gothic"/>
                <a:cs typeface="Malgun Gothic"/>
              </a:defRPr>
            </a:lvl7pPr>
            <a:lvl8pPr algn="l">
              <a:defRPr sz="2325" b="1">
                <a:solidFill>
                  <a:srgbClr val="0D223F"/>
                </a:solidFill>
                <a:latin typeface="Malgun Gothic"/>
                <a:ea typeface="Malgun Gothic"/>
                <a:cs typeface="Malgun Gothic"/>
              </a:defRPr>
            </a:lvl8pPr>
            <a:lvl9pPr algn="l">
              <a:defRPr sz="2325" b="1">
                <a:solidFill>
                  <a:srgbClr val="0D223F"/>
                </a:solidFill>
                <a:latin typeface="Malgun Gothic"/>
                <a:ea typeface="Malgun Gothic"/>
                <a:cs typeface="Malgun Gothic"/>
              </a:defRPr>
            </a:lvl9pPr>
          </a:lstStyle>
          <a:p xmlns:a="http://schemas.openxmlformats.org/drawingml/2006/main">
            <a:pPr algn="l">
              <a:lnSpc>
                <a:spcPct val="115000"/>
              </a:lnSpc>
              <a:buNone/>
              <a:defRPr sz="2325" b="1">
                <a:solidFill>
                  <a:srgbClr val="0D223F"/>
                </a:solidFill>
                <a:latin typeface="Malgun Gothic"/>
                <a:ea typeface="Malgun Gothic"/>
                <a:cs typeface="Malgun Gothic"/>
              </a:defRPr>
            </a:pPr>
            <a:r>
              <a:rPr sz="2325" b="1">
                <a:solidFill>
                  <a:srgbClr val="0D223F"/>
                </a:solidFill>
                <a:latin typeface="Malgun Gothic"/>
                <a:ea typeface="Malgun Gothic"/>
                <a:cs typeface="Malgun Gothic"/>
              </a:rPr>
              <a:t/>
            </a:r>
          </a:p>
        </p:txBody>
      </p:sp>
      <p:sp>
        <p:nvSpPr>
          <p:cNvPr id="10" name="직사각형 9">
            <a:extLst xmlns:a="http://schemas.openxmlformats.org/drawingml/2006/main">
              <a:ext uri="{FF2B5EF4-FFF2-40B4-BE49-F238E27FC236}">
                <a16:creationId xmlns:a16="http://schemas.microsoft.com/office/drawing/2014/main" id="{7900B906-2064-42A6-99EB-80F74AD58C67}"/>
              </a:ext>
            </a:extLst>
          </p:cNvPr>
          <p:cNvSpPr>
            <a:spLocks xmlns:a="http://schemas.openxmlformats.org/drawingml/2006/main" noGrp="1"/>
          </p:cNvSpPr>
          <p:nvPr/>
        </p:nvSpPr>
        <p:spPr>
          <a:xfrm xmlns:a="http://schemas.openxmlformats.org/drawingml/2006/main">
            <a:off x="609600" y="520065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F3248"/>
                </a:solidFill>
                <a:latin typeface="Malgun Gothic"/>
                <a:ea typeface="Malgun Gothic"/>
                <a:cs typeface="Malgun Gothic"/>
              </a:defRPr>
            </a:defPPr>
            <a:lvl1pPr algn="l">
              <a:defRPr sz="1875" b="0">
                <a:solidFill>
                  <a:srgbClr val="1F3248"/>
                </a:solidFill>
                <a:latin typeface="Malgun Gothic"/>
                <a:ea typeface="Malgun Gothic"/>
                <a:cs typeface="Malgun Gothic"/>
              </a:defRPr>
            </a:lvl1pPr>
            <a:lvl2pPr algn="l">
              <a:defRPr sz="1875" b="0">
                <a:solidFill>
                  <a:srgbClr val="1F3248"/>
                </a:solidFill>
                <a:latin typeface="Malgun Gothic"/>
                <a:ea typeface="Malgun Gothic"/>
                <a:cs typeface="Malgun Gothic"/>
              </a:defRPr>
            </a:lvl2pPr>
            <a:lvl3pPr algn="l">
              <a:defRPr sz="1875" b="0">
                <a:solidFill>
                  <a:srgbClr val="1F3248"/>
                </a:solidFill>
                <a:latin typeface="Malgun Gothic"/>
                <a:ea typeface="Malgun Gothic"/>
                <a:cs typeface="Malgun Gothic"/>
              </a:defRPr>
            </a:lvl3pPr>
            <a:lvl4pPr algn="l">
              <a:defRPr sz="1875" b="0">
                <a:solidFill>
                  <a:srgbClr val="1F3248"/>
                </a:solidFill>
                <a:latin typeface="Malgun Gothic"/>
                <a:ea typeface="Malgun Gothic"/>
                <a:cs typeface="Malgun Gothic"/>
              </a:defRPr>
            </a:lvl4pPr>
            <a:lvl5pPr algn="l">
              <a:defRPr sz="1875" b="0">
                <a:solidFill>
                  <a:srgbClr val="1F3248"/>
                </a:solidFill>
                <a:latin typeface="Malgun Gothic"/>
                <a:ea typeface="Malgun Gothic"/>
                <a:cs typeface="Malgun Gothic"/>
              </a:defRPr>
            </a:lvl5pPr>
            <a:lvl6pPr algn="l">
              <a:defRPr sz="1875" b="0">
                <a:solidFill>
                  <a:srgbClr val="1F3248"/>
                </a:solidFill>
                <a:latin typeface="Malgun Gothic"/>
                <a:ea typeface="Malgun Gothic"/>
                <a:cs typeface="Malgun Gothic"/>
              </a:defRPr>
            </a:lvl6pPr>
            <a:lvl7pPr algn="l">
              <a:defRPr sz="1875" b="0">
                <a:solidFill>
                  <a:srgbClr val="1F3248"/>
                </a:solidFill>
                <a:latin typeface="Malgun Gothic"/>
                <a:ea typeface="Malgun Gothic"/>
                <a:cs typeface="Malgun Gothic"/>
              </a:defRPr>
            </a:lvl7pPr>
            <a:lvl8pPr algn="l">
              <a:defRPr sz="1875" b="0">
                <a:solidFill>
                  <a:srgbClr val="1F3248"/>
                </a:solidFill>
                <a:latin typeface="Malgun Gothic"/>
                <a:ea typeface="Malgun Gothic"/>
                <a:cs typeface="Malgun Gothic"/>
              </a:defRPr>
            </a:lvl8pPr>
            <a:lvl9pPr algn="l">
              <a:defRPr sz="1875" b="0">
                <a:solidFill>
                  <a:srgbClr val="1F3248"/>
                </a:solidFill>
                <a:latin typeface="Malgun Gothic"/>
                <a:ea typeface="Malgun Gothic"/>
                <a:cs typeface="Malgun Gothic"/>
              </a:defRPr>
            </a:lvl9pPr>
          </a:lstStyle>
          <a:p xmlns:a="http://schemas.openxmlformats.org/drawingml/2006/main">
            <a:pPr algn="l">
              <a:lnSpc>
                <a:spcPct val="115000"/>
              </a:lnSpc>
              <a:buNone/>
              <a:defRPr sz="1875" b="0">
                <a:solidFill>
                  <a:srgbClr val="1F3248"/>
                </a:solidFill>
                <a:latin typeface="Malgun Gothic"/>
                <a:ea typeface="Malgun Gothic"/>
                <a:cs typeface="Malgun Gothic"/>
              </a:defRPr>
            </a:pPr>
            <a:r>
              <a:rPr sz="1875" b="0">
                <a:solidFill>
                  <a:srgbClr val="1F3248"/>
                </a:solidFill>
                <a:latin typeface="Malgun Gothic"/>
                <a:ea typeface="Malgun Gothic"/>
                <a:cs typeface="Malgun Gothic"/>
              </a:rPr>
              <a:t/>
            </a:r>
          </a:p>
        </p:txBody>
      </p:sp>
      <p:sp>
        <p:nvSpPr>
          <p:cNvPr id="12" name="">
            <a:extLst xmlns:a="http://schemas.openxmlformats.org/drawingml/2006/main">
              <a:ext uri="{FF2B5EF4-FFF2-40B4-BE49-F238E27FC236}">
                <a16:creationId xmlns:a16="http://schemas.microsoft.com/office/drawing/2014/main" id="{D1658D65-7099-4A3E-BF3C-A8E2E42BF81A}"/>
              </a:ext>
            </a:extLst>
          </p:cNvPr>
          <p:cNvSpPr>
            <a:spLocks xmlns:a="http://schemas.openxmlformats.org/drawingml/2006/main" noGrp="1"/>
          </p:cNvSpPr>
          <p:nvPr/>
        </p:nvSpPr>
        <p:spPr>
          <a:xfrm xmlns:a="http://schemas.openxmlformats.org/drawingml/2006/main">
            <a:off x="609600" y="21907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D223F"/>
                </a:solidFill>
                <a:latin typeface="Malgun Gothic"/>
                <a:ea typeface="Malgun Gothic"/>
                <a:cs typeface="Malgun Gothic"/>
              </a:defRPr>
            </a:defPPr>
            <a:lvl1pPr algn="l">
              <a:defRPr sz="2325" b="1">
                <a:solidFill>
                  <a:srgbClr val="0D223F"/>
                </a:solidFill>
                <a:latin typeface="Malgun Gothic"/>
                <a:ea typeface="Malgun Gothic"/>
                <a:cs typeface="Malgun Gothic"/>
              </a:defRPr>
            </a:lvl1pPr>
            <a:lvl2pPr algn="l">
              <a:defRPr sz="2325" b="1">
                <a:solidFill>
                  <a:srgbClr val="0D223F"/>
                </a:solidFill>
                <a:latin typeface="Malgun Gothic"/>
                <a:ea typeface="Malgun Gothic"/>
                <a:cs typeface="Malgun Gothic"/>
              </a:defRPr>
            </a:lvl2pPr>
            <a:lvl3pPr algn="l">
              <a:defRPr sz="2325" b="1">
                <a:solidFill>
                  <a:srgbClr val="0D223F"/>
                </a:solidFill>
                <a:latin typeface="Malgun Gothic"/>
                <a:ea typeface="Malgun Gothic"/>
                <a:cs typeface="Malgun Gothic"/>
              </a:defRPr>
            </a:lvl3pPr>
            <a:lvl4pPr algn="l">
              <a:defRPr sz="2325" b="1">
                <a:solidFill>
                  <a:srgbClr val="0D223F"/>
                </a:solidFill>
                <a:latin typeface="Malgun Gothic"/>
                <a:ea typeface="Malgun Gothic"/>
                <a:cs typeface="Malgun Gothic"/>
              </a:defRPr>
            </a:lvl4pPr>
            <a:lvl5pPr algn="l">
              <a:defRPr sz="2325" b="1">
                <a:solidFill>
                  <a:srgbClr val="0D223F"/>
                </a:solidFill>
                <a:latin typeface="Malgun Gothic"/>
                <a:ea typeface="Malgun Gothic"/>
                <a:cs typeface="Malgun Gothic"/>
              </a:defRPr>
            </a:lvl5pPr>
            <a:lvl6pPr algn="l">
              <a:defRPr sz="2325" b="1">
                <a:solidFill>
                  <a:srgbClr val="0D223F"/>
                </a:solidFill>
                <a:latin typeface="Malgun Gothic"/>
                <a:ea typeface="Malgun Gothic"/>
                <a:cs typeface="Malgun Gothic"/>
              </a:defRPr>
            </a:lvl6pPr>
            <a:lvl7pPr algn="l">
              <a:defRPr sz="2325" b="1">
                <a:solidFill>
                  <a:srgbClr val="0D223F"/>
                </a:solidFill>
                <a:latin typeface="Malgun Gothic"/>
                <a:ea typeface="Malgun Gothic"/>
                <a:cs typeface="Malgun Gothic"/>
              </a:defRPr>
            </a:lvl7pPr>
            <a:lvl8pPr algn="l">
              <a:defRPr sz="2325" b="1">
                <a:solidFill>
                  <a:srgbClr val="0D223F"/>
                </a:solidFill>
                <a:latin typeface="Malgun Gothic"/>
                <a:ea typeface="Malgun Gothic"/>
                <a:cs typeface="Malgun Gothic"/>
              </a:defRPr>
            </a:lvl8pPr>
            <a:lvl9pPr algn="l">
              <a:defRPr sz="2325" b="1">
                <a:solidFill>
                  <a:srgbClr val="0D223F"/>
                </a:solidFill>
                <a:latin typeface="Malgun Gothic"/>
                <a:ea typeface="Malgun Gothic"/>
                <a:cs typeface="Malgun Gothic"/>
              </a:defRPr>
            </a:lvl9pPr>
          </a:lstStyle>
          <a:p xmlns:a="http://schemas.openxmlformats.org/drawingml/2006/main">
            <a:pPr algn="l">
              <a:lnSpc>
                <a:spcPct val="115000"/>
              </a:lnSpc>
              <a:buNone/>
              <a:defRPr sz="2325" b="1">
                <a:solidFill>
                  <a:srgbClr val="0D223F"/>
                </a:solidFill>
                <a:latin typeface="Malgun Gothic"/>
                <a:ea typeface="Malgun Gothic"/>
                <a:cs typeface="Malgun Gothic"/>
              </a:defRPr>
            </a:pPr>
            <a:r>
              <a:rPr sz="2325" b="1">
                <a:solidFill>
                  <a:srgbClr val="0D223F"/>
                </a:solidFill>
                <a:latin typeface="Malgun Gothic"/>
                <a:ea typeface="Malgun Gothic"/>
                <a:cs typeface="Malgun Gothic"/>
              </a:rPr>
              <a:t>현재 값에서 실시간 트렌드까지</a:t>
            </a:r>
          </a:p>
        </p:txBody>
      </p:sp>
      <p:sp>
        <p:nvSpPr>
          <p:cNvPr id="13" name="">
            <a:extLst xmlns:a="http://schemas.openxmlformats.org/drawingml/2006/main">
              <a:ext uri="{FF2B5EF4-FFF2-40B4-BE49-F238E27FC236}">
                <a16:creationId xmlns:a16="http://schemas.microsoft.com/office/drawing/2014/main" id="{79305BA1-5D05-46B6-8CD0-6C4BCEF1DC78}"/>
              </a:ext>
            </a:extLst>
          </p:cNvPr>
          <p:cNvSpPr>
            <a:spLocks xmlns:a="http://schemas.openxmlformats.org/drawingml/2006/main" noGrp="1"/>
          </p:cNvSpPr>
          <p:nvPr/>
        </p:nvSpPr>
        <p:spPr>
          <a:xfrm xmlns:a="http://schemas.openxmlformats.org/drawingml/2006/main">
            <a:off x="609600" y="2771775"/>
            <a:ext cx="695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F3248"/>
                </a:solidFill>
                <a:latin typeface="Malgun Gothic"/>
                <a:ea typeface="Malgun Gothic"/>
                <a:cs typeface="Malgun Gothic"/>
              </a:defRPr>
            </a:defPPr>
            <a:lvl1pPr algn="l">
              <a:defRPr sz="1800" b="0">
                <a:solidFill>
                  <a:srgbClr val="1F3248"/>
                </a:solidFill>
                <a:latin typeface="Malgun Gothic"/>
                <a:ea typeface="Malgun Gothic"/>
                <a:cs typeface="Malgun Gothic"/>
              </a:defRPr>
            </a:lvl1pPr>
            <a:lvl2pPr algn="l">
              <a:defRPr sz="1800" b="0">
                <a:solidFill>
                  <a:srgbClr val="1F3248"/>
                </a:solidFill>
                <a:latin typeface="Malgun Gothic"/>
                <a:ea typeface="Malgun Gothic"/>
                <a:cs typeface="Malgun Gothic"/>
              </a:defRPr>
            </a:lvl2pPr>
            <a:lvl3pPr algn="l">
              <a:defRPr sz="1800" b="0">
                <a:solidFill>
                  <a:srgbClr val="1F3248"/>
                </a:solidFill>
                <a:latin typeface="Malgun Gothic"/>
                <a:ea typeface="Malgun Gothic"/>
                <a:cs typeface="Malgun Gothic"/>
              </a:defRPr>
            </a:lvl3pPr>
            <a:lvl4pPr algn="l">
              <a:defRPr sz="1800" b="0">
                <a:solidFill>
                  <a:srgbClr val="1F3248"/>
                </a:solidFill>
                <a:latin typeface="Malgun Gothic"/>
                <a:ea typeface="Malgun Gothic"/>
                <a:cs typeface="Malgun Gothic"/>
              </a:defRPr>
            </a:lvl4pPr>
            <a:lvl5pPr algn="l">
              <a:defRPr sz="1800" b="0">
                <a:solidFill>
                  <a:srgbClr val="1F3248"/>
                </a:solidFill>
                <a:latin typeface="Malgun Gothic"/>
                <a:ea typeface="Malgun Gothic"/>
                <a:cs typeface="Malgun Gothic"/>
              </a:defRPr>
            </a:lvl5pPr>
            <a:lvl6pPr algn="l">
              <a:defRPr sz="1800" b="0">
                <a:solidFill>
                  <a:srgbClr val="1F3248"/>
                </a:solidFill>
                <a:latin typeface="Malgun Gothic"/>
                <a:ea typeface="Malgun Gothic"/>
                <a:cs typeface="Malgun Gothic"/>
              </a:defRPr>
            </a:lvl6pPr>
            <a:lvl7pPr algn="l">
              <a:defRPr sz="1800" b="0">
                <a:solidFill>
                  <a:srgbClr val="1F3248"/>
                </a:solidFill>
                <a:latin typeface="Malgun Gothic"/>
                <a:ea typeface="Malgun Gothic"/>
                <a:cs typeface="Malgun Gothic"/>
              </a:defRPr>
            </a:lvl7pPr>
            <a:lvl8pPr algn="l">
              <a:defRPr sz="1800" b="0">
                <a:solidFill>
                  <a:srgbClr val="1F3248"/>
                </a:solidFill>
                <a:latin typeface="Malgun Gothic"/>
                <a:ea typeface="Malgun Gothic"/>
                <a:cs typeface="Malgun Gothic"/>
              </a:defRPr>
            </a:lvl8pPr>
            <a:lvl9pPr algn="l">
              <a:defRPr sz="1800" b="0">
                <a:solidFill>
                  <a:srgbClr val="1F3248"/>
                </a:solidFill>
                <a:latin typeface="Malgun Gothic"/>
                <a:ea typeface="Malgun Gothic"/>
                <a:cs typeface="Malgun Gothic"/>
              </a:defRPr>
            </a:lvl9pPr>
          </a:lstStyle>
          <a:p xmlns:a="http://schemas.openxmlformats.org/drawingml/2006/main">
            <a:pPr algn="l">
              <a:lnSpc>
                <a:spcPct val="115000"/>
              </a:lnSpc>
              <a:buNone/>
              <a:defRPr sz="1800" b="0">
                <a:solidFill>
                  <a:srgbClr val="1F3248"/>
                </a:solidFill>
                <a:latin typeface="Malgun Gothic"/>
                <a:ea typeface="Malgun Gothic"/>
                <a:cs typeface="Malgun Gothic"/>
              </a:defRPr>
            </a:pPr>
            <a:r>
              <a:rPr sz="1800" b="0">
                <a:solidFill>
                  <a:srgbClr val="1F3248"/>
                </a:solidFill>
                <a:latin typeface="Malgun Gothic"/>
                <a:ea typeface="Malgun Gothic"/>
                <a:cs typeface="Malgun Gothic"/>
              </a:rPr>
              <a:t>MELSEC Q MC 3E · LS XGI · Modbus TCP</a:t>
            </a:r>
          </a:p>
          <a:p xmlns:a="http://schemas.openxmlformats.org/drawingml/2006/main">
            <a:pPr algn="l">
              <a:lnSpc>
                <a:spcPct val="115000"/>
              </a:lnSpc>
              <a:buNone/>
              <a:defRPr sz="1800" b="0">
                <a:solidFill>
                  <a:srgbClr val="1F3248"/>
                </a:solidFill>
                <a:latin typeface="Malgun Gothic"/>
                <a:ea typeface="Malgun Gothic"/>
                <a:cs typeface="Malgun Gothic"/>
              </a:defRPr>
            </a:pPr>
            <a:r>
              <a:rPr sz="1800" b="0">
                <a:solidFill>
                  <a:srgbClr val="1F3248"/>
                </a:solidFill>
                <a:latin typeface="Malgun Gothic"/>
                <a:ea typeface="Malgun Gothic"/>
                <a:cs typeface="Malgun Gothic"/>
              </a:rPr>
              <a:t>태그 값과 품질을 확인하고 가로·세로로 확대합니다.</a:t>
            </a:r>
          </a:p>
        </p:txBody>
      </p:sp>
      <p:sp>
        <p:nvSpPr>
          <p:cNvPr id="14" name="">
            <a:extLst xmlns:a="http://schemas.openxmlformats.org/drawingml/2006/main">
              <a:ext uri="{FF2B5EF4-FFF2-40B4-BE49-F238E27FC236}">
                <a16:creationId xmlns:a16="http://schemas.microsoft.com/office/drawing/2014/main" id="{7D00265B-7053-4318-BF13-EB69E6B9DBDB}"/>
              </a:ext>
            </a:extLst>
          </p:cNvPr>
          <p:cNvSpPr>
            <a:spLocks xmlns:a="http://schemas.openxmlformats.org/drawingml/2006/main" noGrp="1"/>
          </p:cNvSpPr>
          <p:nvPr/>
        </p:nvSpPr>
        <p:spPr>
          <a:xfrm xmlns:a="http://schemas.openxmlformats.org/drawingml/2006/main">
            <a:off x="609600" y="383857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85AC0"/>
                </a:solidFill>
                <a:latin typeface="Malgun Gothic"/>
                <a:ea typeface="Malgun Gothic"/>
                <a:cs typeface="Malgun Gothic"/>
              </a:defRPr>
            </a:defPPr>
            <a:lvl1pPr algn="l">
              <a:defRPr sz="2100" b="1">
                <a:solidFill>
                  <a:srgbClr val="185AC0"/>
                </a:solidFill>
                <a:latin typeface="Malgun Gothic"/>
                <a:ea typeface="Malgun Gothic"/>
                <a:cs typeface="Malgun Gothic"/>
              </a:defRPr>
            </a:lvl1pPr>
            <a:lvl2pPr algn="l">
              <a:defRPr sz="2100" b="1">
                <a:solidFill>
                  <a:srgbClr val="185AC0"/>
                </a:solidFill>
                <a:latin typeface="Malgun Gothic"/>
                <a:ea typeface="Malgun Gothic"/>
                <a:cs typeface="Malgun Gothic"/>
              </a:defRPr>
            </a:lvl2pPr>
            <a:lvl3pPr algn="l">
              <a:defRPr sz="2100" b="1">
                <a:solidFill>
                  <a:srgbClr val="185AC0"/>
                </a:solidFill>
                <a:latin typeface="Malgun Gothic"/>
                <a:ea typeface="Malgun Gothic"/>
                <a:cs typeface="Malgun Gothic"/>
              </a:defRPr>
            </a:lvl3pPr>
            <a:lvl4pPr algn="l">
              <a:defRPr sz="2100" b="1">
                <a:solidFill>
                  <a:srgbClr val="185AC0"/>
                </a:solidFill>
                <a:latin typeface="Malgun Gothic"/>
                <a:ea typeface="Malgun Gothic"/>
                <a:cs typeface="Malgun Gothic"/>
              </a:defRPr>
            </a:lvl4pPr>
            <a:lvl5pPr algn="l">
              <a:defRPr sz="2100" b="1">
                <a:solidFill>
                  <a:srgbClr val="185AC0"/>
                </a:solidFill>
                <a:latin typeface="Malgun Gothic"/>
                <a:ea typeface="Malgun Gothic"/>
                <a:cs typeface="Malgun Gothic"/>
              </a:defRPr>
            </a:lvl5pPr>
            <a:lvl6pPr algn="l">
              <a:defRPr sz="2100" b="1">
                <a:solidFill>
                  <a:srgbClr val="185AC0"/>
                </a:solidFill>
                <a:latin typeface="Malgun Gothic"/>
                <a:ea typeface="Malgun Gothic"/>
                <a:cs typeface="Malgun Gothic"/>
              </a:defRPr>
            </a:lvl6pPr>
            <a:lvl7pPr algn="l">
              <a:defRPr sz="2100" b="1">
                <a:solidFill>
                  <a:srgbClr val="185AC0"/>
                </a:solidFill>
                <a:latin typeface="Malgun Gothic"/>
                <a:ea typeface="Malgun Gothic"/>
                <a:cs typeface="Malgun Gothic"/>
              </a:defRPr>
            </a:lvl7pPr>
            <a:lvl8pPr algn="l">
              <a:defRPr sz="2100" b="1">
                <a:solidFill>
                  <a:srgbClr val="185AC0"/>
                </a:solidFill>
                <a:latin typeface="Malgun Gothic"/>
                <a:ea typeface="Malgun Gothic"/>
                <a:cs typeface="Malgun Gothic"/>
              </a:defRPr>
            </a:lvl8pPr>
            <a:lvl9pPr algn="l">
              <a:defRPr sz="2100" b="1">
                <a:solidFill>
                  <a:srgbClr val="185AC0"/>
                </a:solidFill>
                <a:latin typeface="Malgun Gothic"/>
                <a:ea typeface="Malgun Gothic"/>
                <a:cs typeface="Malgun Gothic"/>
              </a:defRPr>
            </a:lvl9pPr>
          </a:lstStyle>
          <a:p xmlns:a="http://schemas.openxmlformats.org/drawingml/2006/main">
            <a:pPr algn="l">
              <a:lnSpc>
                <a:spcPct val="115000"/>
              </a:lnSpc>
              <a:buNone/>
              <a:defRPr sz="2100" b="1">
                <a:solidFill>
                  <a:srgbClr val="185AC0"/>
                </a:solidFill>
                <a:latin typeface="Malgun Gothic"/>
                <a:ea typeface="Malgun Gothic"/>
                <a:cs typeface="Malgun Gothic"/>
              </a:defRPr>
            </a:pPr>
            <a:r>
              <a:rPr sz="2100" b="1">
                <a:solidFill>
                  <a:srgbClr val="185AC0"/>
                </a:solidFill>
                <a:latin typeface="Malgun Gothic"/>
                <a:ea typeface="Malgun Gothic"/>
                <a:cs typeface="Malgun Gothic"/>
              </a:rPr>
              <a:t>변화를 확인하고 이력을 보관합니다</a:t>
            </a:r>
          </a:p>
        </p:txBody>
      </p:sp>
      <p:sp>
        <p:nvSpPr>
          <p:cNvPr id="15" name="">
            <a:extLst xmlns:a="http://schemas.openxmlformats.org/drawingml/2006/main">
              <a:ext uri="{FF2B5EF4-FFF2-40B4-BE49-F238E27FC236}">
                <a16:creationId xmlns:a16="http://schemas.microsoft.com/office/drawing/2014/main" id="{AF12F06A-BB60-4B7D-A6B3-AACD7238B259}"/>
              </a:ext>
            </a:extLst>
          </p:cNvPr>
          <p:cNvSpPr>
            <a:spLocks xmlns:a="http://schemas.openxmlformats.org/drawingml/2006/main" noGrp="1"/>
          </p:cNvSpPr>
          <p:nvPr/>
        </p:nvSpPr>
        <p:spPr>
          <a:xfrm xmlns:a="http://schemas.openxmlformats.org/drawingml/2006/main">
            <a:off x="609600" y="4371975"/>
            <a:ext cx="6953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F3248"/>
                </a:solidFill>
                <a:latin typeface="Malgun Gothic"/>
                <a:ea typeface="Malgun Gothic"/>
                <a:cs typeface="Malgun Gothic"/>
              </a:defRPr>
            </a:defPPr>
            <a:lvl1pPr algn="l">
              <a:defRPr sz="1800" b="0">
                <a:solidFill>
                  <a:srgbClr val="1F3248"/>
                </a:solidFill>
                <a:latin typeface="Malgun Gothic"/>
                <a:ea typeface="Malgun Gothic"/>
                <a:cs typeface="Malgun Gothic"/>
              </a:defRPr>
            </a:lvl1pPr>
            <a:lvl2pPr algn="l">
              <a:defRPr sz="1800" b="0">
                <a:solidFill>
                  <a:srgbClr val="1F3248"/>
                </a:solidFill>
                <a:latin typeface="Malgun Gothic"/>
                <a:ea typeface="Malgun Gothic"/>
                <a:cs typeface="Malgun Gothic"/>
              </a:defRPr>
            </a:lvl2pPr>
            <a:lvl3pPr algn="l">
              <a:defRPr sz="1800" b="0">
                <a:solidFill>
                  <a:srgbClr val="1F3248"/>
                </a:solidFill>
                <a:latin typeface="Malgun Gothic"/>
                <a:ea typeface="Malgun Gothic"/>
                <a:cs typeface="Malgun Gothic"/>
              </a:defRPr>
            </a:lvl3pPr>
            <a:lvl4pPr algn="l">
              <a:defRPr sz="1800" b="0">
                <a:solidFill>
                  <a:srgbClr val="1F3248"/>
                </a:solidFill>
                <a:latin typeface="Malgun Gothic"/>
                <a:ea typeface="Malgun Gothic"/>
                <a:cs typeface="Malgun Gothic"/>
              </a:defRPr>
            </a:lvl4pPr>
            <a:lvl5pPr algn="l">
              <a:defRPr sz="1800" b="0">
                <a:solidFill>
                  <a:srgbClr val="1F3248"/>
                </a:solidFill>
                <a:latin typeface="Malgun Gothic"/>
                <a:ea typeface="Malgun Gothic"/>
                <a:cs typeface="Malgun Gothic"/>
              </a:defRPr>
            </a:lvl5pPr>
            <a:lvl6pPr algn="l">
              <a:defRPr sz="1800" b="0">
                <a:solidFill>
                  <a:srgbClr val="1F3248"/>
                </a:solidFill>
                <a:latin typeface="Malgun Gothic"/>
                <a:ea typeface="Malgun Gothic"/>
                <a:cs typeface="Malgun Gothic"/>
              </a:defRPr>
            </a:lvl6pPr>
            <a:lvl7pPr algn="l">
              <a:defRPr sz="1800" b="0">
                <a:solidFill>
                  <a:srgbClr val="1F3248"/>
                </a:solidFill>
                <a:latin typeface="Malgun Gothic"/>
                <a:ea typeface="Malgun Gothic"/>
                <a:cs typeface="Malgun Gothic"/>
              </a:defRPr>
            </a:lvl7pPr>
            <a:lvl8pPr algn="l">
              <a:defRPr sz="1800" b="0">
                <a:solidFill>
                  <a:srgbClr val="1F3248"/>
                </a:solidFill>
                <a:latin typeface="Malgun Gothic"/>
                <a:ea typeface="Malgun Gothic"/>
                <a:cs typeface="Malgun Gothic"/>
              </a:defRPr>
            </a:lvl8pPr>
            <a:lvl9pPr algn="l">
              <a:defRPr sz="1800" b="0">
                <a:solidFill>
                  <a:srgbClr val="1F3248"/>
                </a:solidFill>
                <a:latin typeface="Malgun Gothic"/>
                <a:ea typeface="Malgun Gothic"/>
                <a:cs typeface="Malgun Gothic"/>
              </a:defRPr>
            </a:lvl9pPr>
          </a:lstStyle>
          <a:p xmlns:a="http://schemas.openxmlformats.org/drawingml/2006/main">
            <a:pPr algn="l">
              <a:lnSpc>
                <a:spcPct val="115000"/>
              </a:lnSpc>
              <a:buNone/>
              <a:defRPr sz="1800" b="0">
                <a:solidFill>
                  <a:srgbClr val="1F3248"/>
                </a:solidFill>
                <a:latin typeface="Malgun Gothic"/>
                <a:ea typeface="Malgun Gothic"/>
                <a:cs typeface="Malgun Gothic"/>
              </a:defRPr>
            </a:pPr>
            <a:r>
              <a:rPr sz="1800" b="0">
                <a:solidFill>
                  <a:srgbClr val="1F3248"/>
                </a:solidFill>
                <a:latin typeface="Malgun Gothic"/>
                <a:ea typeface="Malgun Gothic"/>
                <a:cs typeface="Malgun Gothic"/>
              </a:rPr>
              <a:t>30초~1시간 트렌드와 비트 ON 연속음</a:t>
            </a:r>
          </a:p>
          <a:p xmlns:a="http://schemas.openxmlformats.org/drawingml/2006/main">
            <a:pPr algn="l">
              <a:lnSpc>
                <a:spcPct val="115000"/>
              </a:lnSpc>
              <a:buNone/>
              <a:defRPr sz="1800" b="0">
                <a:solidFill>
                  <a:srgbClr val="1F3248"/>
                </a:solidFill>
                <a:latin typeface="Malgun Gothic"/>
                <a:ea typeface="Malgun Gothic"/>
                <a:cs typeface="Malgun Gothic"/>
              </a:defRPr>
            </a:pPr>
            <a:r>
              <a:rPr sz="1800" b="0">
                <a:solidFill>
                  <a:srgbClr val="1F3248"/>
                </a:solidFill>
                <a:latin typeface="Malgun Gothic"/>
                <a:ea typeface="Malgun Gothic"/>
                <a:cs typeface="Malgun Gothic"/>
              </a:rPr>
              <a:t>수신 시각을 포함한 태그 이력 CSV 저장</a:t>
            </a:r>
          </a:p>
          <a:p xmlns:a="http://schemas.openxmlformats.org/drawingml/2006/main">
            <a:pPr algn="l">
              <a:lnSpc>
                <a:spcPct val="115000"/>
              </a:lnSpc>
              <a:buNone/>
              <a:defRPr sz="1800" b="0">
                <a:solidFill>
                  <a:srgbClr val="1F3248"/>
                </a:solidFill>
                <a:latin typeface="Malgun Gothic"/>
                <a:ea typeface="Malgun Gothic"/>
                <a:cs typeface="Malgun Gothic"/>
              </a:defRPr>
            </a:pPr>
            <a:r>
              <a:rPr sz="1800" b="0">
                <a:solidFill>
                  <a:srgbClr val="1F3248"/>
                </a:solidFill>
                <a:latin typeface="Malgun Gothic"/>
                <a:ea typeface="Malgun Gothic"/>
                <a:cs typeface="Malgun Gothic"/>
              </a:rPr>
              <a:t>프로젝트 설정은 CSV로 내보내고 가져옵니다.</a:t>
            </a:r>
          </a:p>
        </p:txBody>
      </p:sp>
      <p:sp>
        <p:nvSpPr>
          <p:cNvPr id="16" name="">
            <a:extLst xmlns:a="http://schemas.openxmlformats.org/drawingml/2006/main">
              <a:ext uri="{FF2B5EF4-FFF2-40B4-BE49-F238E27FC236}">
                <a16:creationId xmlns:a16="http://schemas.microsoft.com/office/drawing/2014/main" id="{10317E21-75D3-437B-8053-F47E4B98F473}"/>
              </a:ext>
            </a:extLst>
          </p:cNvPr>
          <p:cNvSpPr>
            <a:spLocks xmlns:a="http://schemas.openxmlformats.org/drawingml/2006/main" noGrp="1"/>
          </p:cNvSpPr>
          <p:nvPr/>
        </p:nvSpPr>
        <p:spPr>
          <a:xfrm xmlns:a="http://schemas.openxmlformats.org/drawingml/2006/main">
            <a:off x="609600" y="5705475"/>
            <a:ext cx="7048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1748A"/>
                </a:solidFill>
                <a:latin typeface="Malgun Gothic"/>
                <a:ea typeface="Malgun Gothic"/>
                <a:cs typeface="Malgun Gothic"/>
              </a:defRPr>
            </a:defPPr>
            <a:lvl1pPr algn="l">
              <a:defRPr sz="1425" b="0">
                <a:solidFill>
                  <a:srgbClr val="61748A"/>
                </a:solidFill>
                <a:latin typeface="Malgun Gothic"/>
                <a:ea typeface="Malgun Gothic"/>
                <a:cs typeface="Malgun Gothic"/>
              </a:defRPr>
            </a:lvl1pPr>
            <a:lvl2pPr algn="l">
              <a:defRPr sz="1425" b="0">
                <a:solidFill>
                  <a:srgbClr val="61748A"/>
                </a:solidFill>
                <a:latin typeface="Malgun Gothic"/>
                <a:ea typeface="Malgun Gothic"/>
                <a:cs typeface="Malgun Gothic"/>
              </a:defRPr>
            </a:lvl2pPr>
            <a:lvl3pPr algn="l">
              <a:defRPr sz="1425" b="0">
                <a:solidFill>
                  <a:srgbClr val="61748A"/>
                </a:solidFill>
                <a:latin typeface="Malgun Gothic"/>
                <a:ea typeface="Malgun Gothic"/>
                <a:cs typeface="Malgun Gothic"/>
              </a:defRPr>
            </a:lvl3pPr>
            <a:lvl4pPr algn="l">
              <a:defRPr sz="1425" b="0">
                <a:solidFill>
                  <a:srgbClr val="61748A"/>
                </a:solidFill>
                <a:latin typeface="Malgun Gothic"/>
                <a:ea typeface="Malgun Gothic"/>
                <a:cs typeface="Malgun Gothic"/>
              </a:defRPr>
            </a:lvl4pPr>
            <a:lvl5pPr algn="l">
              <a:defRPr sz="1425" b="0">
                <a:solidFill>
                  <a:srgbClr val="61748A"/>
                </a:solidFill>
                <a:latin typeface="Malgun Gothic"/>
                <a:ea typeface="Malgun Gothic"/>
                <a:cs typeface="Malgun Gothic"/>
              </a:defRPr>
            </a:lvl5pPr>
            <a:lvl6pPr algn="l">
              <a:defRPr sz="1425" b="0">
                <a:solidFill>
                  <a:srgbClr val="61748A"/>
                </a:solidFill>
                <a:latin typeface="Malgun Gothic"/>
                <a:ea typeface="Malgun Gothic"/>
                <a:cs typeface="Malgun Gothic"/>
              </a:defRPr>
            </a:lvl6pPr>
            <a:lvl7pPr algn="l">
              <a:defRPr sz="1425" b="0">
                <a:solidFill>
                  <a:srgbClr val="61748A"/>
                </a:solidFill>
                <a:latin typeface="Malgun Gothic"/>
                <a:ea typeface="Malgun Gothic"/>
                <a:cs typeface="Malgun Gothic"/>
              </a:defRPr>
            </a:lvl7pPr>
            <a:lvl8pPr algn="l">
              <a:defRPr sz="1425" b="0">
                <a:solidFill>
                  <a:srgbClr val="61748A"/>
                </a:solidFill>
                <a:latin typeface="Malgun Gothic"/>
                <a:ea typeface="Malgun Gothic"/>
                <a:cs typeface="Malgun Gothic"/>
              </a:defRPr>
            </a:lvl8pPr>
            <a:lvl9pPr algn="l">
              <a:defRPr sz="1425" b="0">
                <a:solidFill>
                  <a:srgbClr val="61748A"/>
                </a:solidFill>
                <a:latin typeface="Malgun Gothic"/>
                <a:ea typeface="Malgun Gothic"/>
                <a:cs typeface="Malgun Gothic"/>
              </a:defRPr>
            </a:lvl9pPr>
          </a:lstStyle>
          <a:p xmlns:a="http://schemas.openxmlformats.org/drawingml/2006/main">
            <a:pPr algn="l">
              <a:lnSpc>
                <a:spcPct val="115000"/>
              </a:lnSpc>
              <a:buNone/>
              <a:defRPr sz="1425" b="0">
                <a:solidFill>
                  <a:srgbClr val="61748A"/>
                </a:solidFill>
                <a:latin typeface="Malgun Gothic"/>
                <a:ea typeface="Malgun Gothic"/>
                <a:cs typeface="Malgun Gothic"/>
              </a:defRPr>
            </a:pPr>
            <a:r>
              <a:rPr sz="1425" b="0">
                <a:solidFill>
                  <a:srgbClr val="61748A"/>
                </a:solidFill>
                <a:latin typeface="Malgun Gothic"/>
                <a:ea typeface="Malgun Gothic"/>
                <a:cs typeface="Malgun Gothic"/>
              </a:rPr>
              <a:t>Android 10 이상 · APK 별도 설치</a:t>
            </a:r>
          </a:p>
          <a:p xmlns:a="http://schemas.openxmlformats.org/drawingml/2006/main">
            <a:pPr algn="l">
              <a:lnSpc>
                <a:spcPct val="115000"/>
              </a:lnSpc>
              <a:buNone/>
              <a:defRPr sz="1425" b="0">
                <a:solidFill>
                  <a:srgbClr val="61748A"/>
                </a:solidFill>
                <a:latin typeface="Malgun Gothic"/>
                <a:ea typeface="Malgun Gothic"/>
                <a:cs typeface="Malgun Gothic"/>
              </a:defRPr>
            </a:pPr>
            <a:r>
              <a:rPr sz="1425" b="0">
                <a:solidFill>
                  <a:srgbClr val="61748A"/>
                </a:solidFill>
                <a:latin typeface="Malgun Gothic"/>
                <a:ea typeface="Malgun Gothic"/>
                <a:cs typeface="Malgun Gothic"/>
              </a:rPr>
              <a:t>이력은 최대 1시간 또는 20,000점의 임시 수신 데이터</a:t>
            </a:r>
          </a:p>
        </p:txBody>
      </p:sp>
      <p:pic>
        <p:nvPicPr>
          <p:cNvPr id="17" name="">
            <a:extLst xmlns:a="http://schemas.openxmlformats.org/drawingml/2006/main">
              <a:ext uri="{FF2B5EF4-FFF2-40B4-BE49-F238E27FC236}">
                <a16:creationId xmlns:a16="http://schemas.microsoft.com/office/drawing/2014/main" id="{B9A6D7A9-C74D-4F57-84C0-FE3F4E28A1D7}"/>
              </a:ext>
            </a:extLst>
          </p:cNvPr>
          <p:cNvPicPr>
            <a:picLocks xmlns:a="http://schemas.openxmlformats.org/drawingml/2006/main" noChangeAspect="1"/>
          </p:cNvPicPr>
          <p:nvPr/>
        </p:nvPicPr>
        <p:blipFill>
          <a:blip xmlns:r="http://schemas.openxmlformats.org/officeDocument/2006/relationships" xmlns:a="http://schemas.openxmlformats.org/drawingml/2006/main" r:embed="R9bf3820b54c84556"/>
          <a:stretch xmlns:a="http://schemas.openxmlformats.org/drawingml/2006/main"/>
        </p:blipFill>
        <p:spPr>
          <a:xfrm xmlns:a="http://schemas.openxmlformats.org/drawingml/2006/main">
            <a:off x="8783836" y="2133600"/>
            <a:ext cx="2282428" cy="4057650"/>
          </a:xfrm>
          <a:prstGeom xmlns:a="http://schemas.openxmlformats.org/drawingml/2006/main" prst="rect">
            <a:avLst/>
          </a:prstGeom>
        </p:spPr>
      </p:pic>
    </p:spTree>
    <p:extLst>
      <p:ext uri="{BB962C8B-B14F-4D97-AF65-F5344CB8AC3E}">
        <p14:creationId xmlns:p14="http://schemas.microsoft.com/office/powerpoint/2010/main" val="201893062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직사각형 16">
            <a:extLst xmlns:a="http://schemas.openxmlformats.org/drawingml/2006/main">
              <a:ext uri="{FF2B5EF4-FFF2-40B4-BE49-F238E27FC236}">
                <a16:creationId xmlns:a16="http://schemas.microsoft.com/office/drawing/2014/main" id="{6B9BE8DC-9E18-4E3B-912D-A489230CB964}"/>
              </a:ext>
            </a:extLst>
          </p:cNvPr>
          <p:cNvSpPr>
            <a:spLocks xmlns:a="http://schemas.openxmlformats.org/drawingml/2006/main" noGrp="1"/>
          </p:cNvSpPr>
          <p:nvPr/>
        </p:nvSpPr>
        <p:spPr>
          <a:xfrm xmlns:a="http://schemas.openxmlformats.org/drawingml/2006/main">
            <a:off x="609600" y="5334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D223F"/>
                </a:solidFill>
                <a:latin typeface="Malgun Gothic"/>
                <a:ea typeface="Malgun Gothic"/>
                <a:cs typeface="Malgun Gothic"/>
              </a:defRPr>
            </a:defPPr>
            <a:lvl1pPr algn="l">
              <a:defRPr sz="3300" b="1">
                <a:solidFill>
                  <a:srgbClr val="0D223F"/>
                </a:solidFill>
                <a:latin typeface="Malgun Gothic"/>
                <a:ea typeface="Malgun Gothic"/>
                <a:cs typeface="Malgun Gothic"/>
              </a:defRPr>
            </a:lvl1pPr>
            <a:lvl2pPr algn="l">
              <a:defRPr sz="3300" b="1">
                <a:solidFill>
                  <a:srgbClr val="0D223F"/>
                </a:solidFill>
                <a:latin typeface="Malgun Gothic"/>
                <a:ea typeface="Malgun Gothic"/>
                <a:cs typeface="Malgun Gothic"/>
              </a:defRPr>
            </a:lvl2pPr>
            <a:lvl3pPr algn="l">
              <a:defRPr sz="3300" b="1">
                <a:solidFill>
                  <a:srgbClr val="0D223F"/>
                </a:solidFill>
                <a:latin typeface="Malgun Gothic"/>
                <a:ea typeface="Malgun Gothic"/>
                <a:cs typeface="Malgun Gothic"/>
              </a:defRPr>
            </a:lvl3pPr>
            <a:lvl4pPr algn="l">
              <a:defRPr sz="3300" b="1">
                <a:solidFill>
                  <a:srgbClr val="0D223F"/>
                </a:solidFill>
                <a:latin typeface="Malgun Gothic"/>
                <a:ea typeface="Malgun Gothic"/>
                <a:cs typeface="Malgun Gothic"/>
              </a:defRPr>
            </a:lvl4pPr>
            <a:lvl5pPr algn="l">
              <a:defRPr sz="3300" b="1">
                <a:solidFill>
                  <a:srgbClr val="0D223F"/>
                </a:solidFill>
                <a:latin typeface="Malgun Gothic"/>
                <a:ea typeface="Malgun Gothic"/>
                <a:cs typeface="Malgun Gothic"/>
              </a:defRPr>
            </a:lvl5pPr>
            <a:lvl6pPr algn="l">
              <a:defRPr sz="3300" b="1">
                <a:solidFill>
                  <a:srgbClr val="0D223F"/>
                </a:solidFill>
                <a:latin typeface="Malgun Gothic"/>
                <a:ea typeface="Malgun Gothic"/>
                <a:cs typeface="Malgun Gothic"/>
              </a:defRPr>
            </a:lvl6pPr>
            <a:lvl7pPr algn="l">
              <a:defRPr sz="3300" b="1">
                <a:solidFill>
                  <a:srgbClr val="0D223F"/>
                </a:solidFill>
                <a:latin typeface="Malgun Gothic"/>
                <a:ea typeface="Malgun Gothic"/>
                <a:cs typeface="Malgun Gothic"/>
              </a:defRPr>
            </a:lvl7pPr>
            <a:lvl8pPr algn="l">
              <a:defRPr sz="3300" b="1">
                <a:solidFill>
                  <a:srgbClr val="0D223F"/>
                </a:solidFill>
                <a:latin typeface="Malgun Gothic"/>
                <a:ea typeface="Malgun Gothic"/>
                <a:cs typeface="Malgun Gothic"/>
              </a:defRPr>
            </a:lvl8pPr>
            <a:lvl9pPr algn="l">
              <a:defRPr sz="3300" b="1">
                <a:solidFill>
                  <a:srgbClr val="0D223F"/>
                </a:solidFill>
                <a:latin typeface="Malgun Gothic"/>
                <a:ea typeface="Malgun Gothic"/>
                <a:cs typeface="Malgun Gothic"/>
              </a:defRPr>
            </a:lvl9pPr>
          </a:lstStyle>
          <a:p xmlns:a="http://schemas.openxmlformats.org/drawingml/2006/main">
            <a:pPr algn="l">
              <a:lnSpc>
                <a:spcPct val="115000"/>
              </a:lnSpc>
              <a:buNone/>
              <a:defRPr sz="3300" b="1">
                <a:solidFill>
                  <a:srgbClr val="0D223F"/>
                </a:solidFill>
                <a:latin typeface="Malgun Gothic"/>
                <a:ea typeface="Malgun Gothic"/>
                <a:cs typeface="Malgun Gothic"/>
              </a:defRPr>
            </a:pPr>
            <a:r>
              <a:rPr sz="3300" b="1">
                <a:solidFill>
                  <a:srgbClr val="0D223F"/>
                </a:solidFill>
                <a:latin typeface="Malgun Gothic"/>
                <a:ea typeface="Malgun Gothic"/>
                <a:cs typeface="Malgun Gothic"/>
              </a:rPr>
              <a:t>적용 시나리오</a:t>
            </a:r>
          </a:p>
        </p:txBody>
      </p:sp>
      <p:sp>
        <p:nvSpPr>
          <p:cNvPr id="2" name="직사각형 1">
            <a:extLst xmlns:a="http://schemas.openxmlformats.org/drawingml/2006/main">
              <a:ext uri="{FF2B5EF4-FFF2-40B4-BE49-F238E27FC236}">
                <a16:creationId xmlns:a16="http://schemas.microsoft.com/office/drawing/2014/main" id="{E01996BB-1B6B-41AA-8AFA-447DAFC904F2}"/>
              </a:ext>
            </a:extLst>
          </p:cNvPr>
          <p:cNvSpPr>
            <a:spLocks xmlns:a="http://schemas.openxmlformats.org/drawingml/2006/main" noGrp="1"/>
          </p:cNvSpPr>
          <p:nvPr/>
        </p:nvSpPr>
        <p:spPr>
          <a:xfrm xmlns:a="http://schemas.openxmlformats.org/drawingml/2006/main">
            <a:off x="628650" y="1362075"/>
            <a:ext cx="10839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1748A"/>
                </a:solidFill>
                <a:latin typeface="Malgun Gothic"/>
                <a:ea typeface="Malgun Gothic"/>
                <a:cs typeface="Malgun Gothic"/>
              </a:defRPr>
            </a:defPPr>
            <a:lvl1pPr algn="l">
              <a:defRPr sz="1800" b="0">
                <a:solidFill>
                  <a:srgbClr val="61748A"/>
                </a:solidFill>
                <a:latin typeface="Malgun Gothic"/>
                <a:ea typeface="Malgun Gothic"/>
                <a:cs typeface="Malgun Gothic"/>
              </a:defRPr>
            </a:lvl1pPr>
            <a:lvl2pPr algn="l">
              <a:defRPr sz="1800" b="0">
                <a:solidFill>
                  <a:srgbClr val="61748A"/>
                </a:solidFill>
                <a:latin typeface="Malgun Gothic"/>
                <a:ea typeface="Malgun Gothic"/>
                <a:cs typeface="Malgun Gothic"/>
              </a:defRPr>
            </a:lvl2pPr>
            <a:lvl3pPr algn="l">
              <a:defRPr sz="1800" b="0">
                <a:solidFill>
                  <a:srgbClr val="61748A"/>
                </a:solidFill>
                <a:latin typeface="Malgun Gothic"/>
                <a:ea typeface="Malgun Gothic"/>
                <a:cs typeface="Malgun Gothic"/>
              </a:defRPr>
            </a:lvl3pPr>
            <a:lvl4pPr algn="l">
              <a:defRPr sz="1800" b="0">
                <a:solidFill>
                  <a:srgbClr val="61748A"/>
                </a:solidFill>
                <a:latin typeface="Malgun Gothic"/>
                <a:ea typeface="Malgun Gothic"/>
                <a:cs typeface="Malgun Gothic"/>
              </a:defRPr>
            </a:lvl4pPr>
            <a:lvl5pPr algn="l">
              <a:defRPr sz="1800" b="0">
                <a:solidFill>
                  <a:srgbClr val="61748A"/>
                </a:solidFill>
                <a:latin typeface="Malgun Gothic"/>
                <a:ea typeface="Malgun Gothic"/>
                <a:cs typeface="Malgun Gothic"/>
              </a:defRPr>
            </a:lvl5pPr>
            <a:lvl6pPr algn="l">
              <a:defRPr sz="1800" b="0">
                <a:solidFill>
                  <a:srgbClr val="61748A"/>
                </a:solidFill>
                <a:latin typeface="Malgun Gothic"/>
                <a:ea typeface="Malgun Gothic"/>
                <a:cs typeface="Malgun Gothic"/>
              </a:defRPr>
            </a:lvl6pPr>
            <a:lvl7pPr algn="l">
              <a:defRPr sz="1800" b="0">
                <a:solidFill>
                  <a:srgbClr val="61748A"/>
                </a:solidFill>
                <a:latin typeface="Malgun Gothic"/>
                <a:ea typeface="Malgun Gothic"/>
                <a:cs typeface="Malgun Gothic"/>
              </a:defRPr>
            </a:lvl7pPr>
            <a:lvl8pPr algn="l">
              <a:defRPr sz="1800" b="0">
                <a:solidFill>
                  <a:srgbClr val="61748A"/>
                </a:solidFill>
                <a:latin typeface="Malgun Gothic"/>
                <a:ea typeface="Malgun Gothic"/>
                <a:cs typeface="Malgun Gothic"/>
              </a:defRPr>
            </a:lvl8pPr>
            <a:lvl9pPr algn="l">
              <a:defRPr sz="1800" b="0">
                <a:solidFill>
                  <a:srgbClr val="61748A"/>
                </a:solidFill>
                <a:latin typeface="Malgun Gothic"/>
                <a:ea typeface="Malgun Gothic"/>
                <a:cs typeface="Malgun Gothic"/>
              </a:defRPr>
            </a:lvl9pPr>
          </a:lstStyle>
          <a:p xmlns:a="http://schemas.openxmlformats.org/drawingml/2006/main">
            <a:pPr algn="l">
              <a:lnSpc>
                <a:spcPct val="115000"/>
              </a:lnSpc>
              <a:buNone/>
              <a:defRPr sz="1800" b="0">
                <a:solidFill>
                  <a:srgbClr val="61748A"/>
                </a:solidFill>
                <a:latin typeface="Malgun Gothic"/>
                <a:ea typeface="Malgun Gothic"/>
                <a:cs typeface="Malgun Gothic"/>
              </a:defRPr>
            </a:pPr>
            <a:r>
              <a:rPr sz="1800" b="0">
                <a:solidFill>
                  <a:srgbClr val="61748A"/>
                </a:solidFill>
                <a:latin typeface="Malgun Gothic"/>
                <a:ea typeface="Malgun Gothic"/>
                <a:cs typeface="Malgun Gothic"/>
              </a:rPr>
              <a:t>현장의 목적에 맞춰 제품을 조합합니다</a:t>
            </a:r>
          </a:p>
        </p:txBody>
      </p:sp>
      <p:sp>
        <p:nvSpPr>
          <p:cNvPr id="3" name="직사각형 2">
            <a:extLst xmlns:a="http://schemas.openxmlformats.org/drawingml/2006/main">
              <a:ext uri="{FF2B5EF4-FFF2-40B4-BE49-F238E27FC236}">
                <a16:creationId xmlns:a16="http://schemas.microsoft.com/office/drawing/2014/main" id="{8F1A8C9E-C9FD-4E85-B2E6-A7CE76E18D94}"/>
              </a:ext>
            </a:extLst>
          </p:cNvPr>
          <p:cNvSpPr>
            <a:spLocks xmlns:a="http://schemas.openxmlformats.org/drawingml/2006/main" noGrp="1"/>
          </p:cNvSpPr>
          <p:nvPr/>
        </p:nvSpPr>
        <p:spPr>
          <a:xfrm xmlns:a="http://schemas.openxmlformats.org/drawingml/2006/main">
            <a:off x="609600" y="6400800"/>
            <a:ext cx="333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JAYONSTUDIO</a:t>
            </a:r>
          </a:p>
        </p:txBody>
      </p:sp>
      <p:sp>
        <p:nvSpPr>
          <p:cNvPr id="4" name="직사각형 3">
            <a:extLst xmlns:a="http://schemas.openxmlformats.org/drawingml/2006/main">
              <a:ext uri="{FF2B5EF4-FFF2-40B4-BE49-F238E27FC236}">
                <a16:creationId xmlns:a16="http://schemas.microsoft.com/office/drawing/2014/main" id="{F0AAD8B3-C821-4CDB-93E1-B3ED835B0F0F}"/>
              </a:ext>
            </a:extLst>
          </p:cNvPr>
          <p:cNvSpPr>
            <a:spLocks xmlns:a="http://schemas.openxmlformats.org/drawingml/2006/main" noGrp="1"/>
          </p:cNvSpPr>
          <p:nvPr/>
        </p:nvSpPr>
        <p:spPr>
          <a:xfrm xmlns:a="http://schemas.openxmlformats.org/drawingml/2006/main">
            <a:off x="11029950" y="64008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61748A"/>
                </a:solidFill>
                <a:latin typeface="Malgun Gothic"/>
                <a:ea typeface="Malgun Gothic"/>
                <a:cs typeface="Malgun Gothic"/>
              </a:defRPr>
            </a:defPPr>
            <a:lvl1pPr algn="l">
              <a:defRPr sz="1125" b="0">
                <a:solidFill>
                  <a:srgbClr val="61748A"/>
                </a:solidFill>
                <a:latin typeface="Malgun Gothic"/>
                <a:ea typeface="Malgun Gothic"/>
                <a:cs typeface="Malgun Gothic"/>
              </a:defRPr>
            </a:lvl1pPr>
            <a:lvl2pPr algn="l">
              <a:defRPr sz="1125" b="0">
                <a:solidFill>
                  <a:srgbClr val="61748A"/>
                </a:solidFill>
                <a:latin typeface="Malgun Gothic"/>
                <a:ea typeface="Malgun Gothic"/>
                <a:cs typeface="Malgun Gothic"/>
              </a:defRPr>
            </a:lvl2pPr>
            <a:lvl3pPr algn="l">
              <a:defRPr sz="1125" b="0">
                <a:solidFill>
                  <a:srgbClr val="61748A"/>
                </a:solidFill>
                <a:latin typeface="Malgun Gothic"/>
                <a:ea typeface="Malgun Gothic"/>
                <a:cs typeface="Malgun Gothic"/>
              </a:defRPr>
            </a:lvl3pPr>
            <a:lvl4pPr algn="l">
              <a:defRPr sz="1125" b="0">
                <a:solidFill>
                  <a:srgbClr val="61748A"/>
                </a:solidFill>
                <a:latin typeface="Malgun Gothic"/>
                <a:ea typeface="Malgun Gothic"/>
                <a:cs typeface="Malgun Gothic"/>
              </a:defRPr>
            </a:lvl4pPr>
            <a:lvl5pPr algn="l">
              <a:defRPr sz="1125" b="0">
                <a:solidFill>
                  <a:srgbClr val="61748A"/>
                </a:solidFill>
                <a:latin typeface="Malgun Gothic"/>
                <a:ea typeface="Malgun Gothic"/>
                <a:cs typeface="Malgun Gothic"/>
              </a:defRPr>
            </a:lvl5pPr>
            <a:lvl6pPr algn="l">
              <a:defRPr sz="1125" b="0">
                <a:solidFill>
                  <a:srgbClr val="61748A"/>
                </a:solidFill>
                <a:latin typeface="Malgun Gothic"/>
                <a:ea typeface="Malgun Gothic"/>
                <a:cs typeface="Malgun Gothic"/>
              </a:defRPr>
            </a:lvl6pPr>
            <a:lvl7pPr algn="l">
              <a:defRPr sz="1125" b="0">
                <a:solidFill>
                  <a:srgbClr val="61748A"/>
                </a:solidFill>
                <a:latin typeface="Malgun Gothic"/>
                <a:ea typeface="Malgun Gothic"/>
                <a:cs typeface="Malgun Gothic"/>
              </a:defRPr>
            </a:lvl7pPr>
            <a:lvl8pPr algn="l">
              <a:defRPr sz="1125" b="0">
                <a:solidFill>
                  <a:srgbClr val="61748A"/>
                </a:solidFill>
                <a:latin typeface="Malgun Gothic"/>
                <a:ea typeface="Malgun Gothic"/>
                <a:cs typeface="Malgun Gothic"/>
              </a:defRPr>
            </a:lvl8pPr>
            <a:lvl9pPr algn="l">
              <a:defRPr sz="1125" b="0">
                <a:solidFill>
                  <a:srgbClr val="61748A"/>
                </a:solidFill>
                <a:latin typeface="Malgun Gothic"/>
                <a:ea typeface="Malgun Gothic"/>
                <a:cs typeface="Malgun Gothic"/>
              </a:defRPr>
            </a:lvl9pPr>
          </a:lstStyle>
          <a:p xmlns:a="http://schemas.openxmlformats.org/drawingml/2006/main">
            <a:pPr algn="l">
              <a:lnSpc>
                <a:spcPct val="115000"/>
              </a:lnSpc>
              <a:buNone/>
              <a:defRPr sz="1125" b="0">
                <a:solidFill>
                  <a:srgbClr val="61748A"/>
                </a:solidFill>
                <a:latin typeface="Malgun Gothic"/>
                <a:ea typeface="Malgun Gothic"/>
                <a:cs typeface="Malgun Gothic"/>
              </a:defRPr>
            </a:pPr>
            <a:r>
              <a:rPr sz="1125" b="0">
                <a:solidFill>
                  <a:srgbClr val="61748A"/>
                </a:solidFill>
                <a:latin typeface="Malgun Gothic"/>
                <a:ea typeface="Malgun Gothic"/>
                <a:cs typeface="Malgun Gothic"/>
              </a:rPr>
              <a:t>09</a:t>
            </a:r>
          </a:p>
        </p:txBody>
      </p:sp>
      <p:sp>
        <p:nvSpPr>
          <p:cNvPr id="5" name="직사각형 4">
            <a:extLst xmlns:a="http://schemas.openxmlformats.org/drawingml/2006/main">
              <a:ext uri="{FF2B5EF4-FFF2-40B4-BE49-F238E27FC236}">
                <a16:creationId xmlns:a16="http://schemas.microsoft.com/office/drawing/2014/main" id="{2B435ADD-9024-464B-9A44-2676A73A9590}"/>
              </a:ext>
            </a:extLst>
          </p:cNvPr>
          <p:cNvSpPr>
            <a:spLocks xmlns:a="http://schemas.openxmlformats.org/drawingml/2006/main" noGrp="1"/>
          </p:cNvSpPr>
          <p:nvPr/>
        </p:nvSpPr>
        <p:spPr>
          <a:xfrm xmlns:a="http://schemas.openxmlformats.org/drawingml/2006/main">
            <a:off x="609600" y="2286000"/>
            <a:ext cx="3571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D223F"/>
                </a:solidFill>
                <a:latin typeface="Malgun Gothic"/>
                <a:ea typeface="Malgun Gothic"/>
                <a:cs typeface="Malgun Gothic"/>
              </a:defRPr>
            </a:defPPr>
            <a:lvl1pPr algn="l">
              <a:defRPr sz="2175" b="1">
                <a:solidFill>
                  <a:srgbClr val="0D223F"/>
                </a:solidFill>
                <a:latin typeface="Malgun Gothic"/>
                <a:ea typeface="Malgun Gothic"/>
                <a:cs typeface="Malgun Gothic"/>
              </a:defRPr>
            </a:lvl1pPr>
            <a:lvl2pPr algn="l">
              <a:defRPr sz="2175" b="1">
                <a:solidFill>
                  <a:srgbClr val="0D223F"/>
                </a:solidFill>
                <a:latin typeface="Malgun Gothic"/>
                <a:ea typeface="Malgun Gothic"/>
                <a:cs typeface="Malgun Gothic"/>
              </a:defRPr>
            </a:lvl2pPr>
            <a:lvl3pPr algn="l">
              <a:defRPr sz="2175" b="1">
                <a:solidFill>
                  <a:srgbClr val="0D223F"/>
                </a:solidFill>
                <a:latin typeface="Malgun Gothic"/>
                <a:ea typeface="Malgun Gothic"/>
                <a:cs typeface="Malgun Gothic"/>
              </a:defRPr>
            </a:lvl3pPr>
            <a:lvl4pPr algn="l">
              <a:defRPr sz="2175" b="1">
                <a:solidFill>
                  <a:srgbClr val="0D223F"/>
                </a:solidFill>
                <a:latin typeface="Malgun Gothic"/>
                <a:ea typeface="Malgun Gothic"/>
                <a:cs typeface="Malgun Gothic"/>
              </a:defRPr>
            </a:lvl4pPr>
            <a:lvl5pPr algn="l">
              <a:defRPr sz="2175" b="1">
                <a:solidFill>
                  <a:srgbClr val="0D223F"/>
                </a:solidFill>
                <a:latin typeface="Malgun Gothic"/>
                <a:ea typeface="Malgun Gothic"/>
                <a:cs typeface="Malgun Gothic"/>
              </a:defRPr>
            </a:lvl5pPr>
            <a:lvl6pPr algn="l">
              <a:defRPr sz="2175" b="1">
                <a:solidFill>
                  <a:srgbClr val="0D223F"/>
                </a:solidFill>
                <a:latin typeface="Malgun Gothic"/>
                <a:ea typeface="Malgun Gothic"/>
                <a:cs typeface="Malgun Gothic"/>
              </a:defRPr>
            </a:lvl6pPr>
            <a:lvl7pPr algn="l">
              <a:defRPr sz="2175" b="1">
                <a:solidFill>
                  <a:srgbClr val="0D223F"/>
                </a:solidFill>
                <a:latin typeface="Malgun Gothic"/>
                <a:ea typeface="Malgun Gothic"/>
                <a:cs typeface="Malgun Gothic"/>
              </a:defRPr>
            </a:lvl7pPr>
            <a:lvl8pPr algn="l">
              <a:defRPr sz="2175" b="1">
                <a:solidFill>
                  <a:srgbClr val="0D223F"/>
                </a:solidFill>
                <a:latin typeface="Malgun Gothic"/>
                <a:ea typeface="Malgun Gothic"/>
                <a:cs typeface="Malgun Gothic"/>
              </a:defRPr>
            </a:lvl8pPr>
            <a:lvl9pPr algn="l">
              <a:defRPr sz="2175" b="1">
                <a:solidFill>
                  <a:srgbClr val="0D223F"/>
                </a:solidFill>
                <a:latin typeface="Malgun Gothic"/>
                <a:ea typeface="Malgun Gothic"/>
                <a:cs typeface="Malgun Gothic"/>
              </a:defRPr>
            </a:lvl9pPr>
          </a:lstStyle>
          <a:p xmlns:a="http://schemas.openxmlformats.org/drawingml/2006/main">
            <a:pPr algn="l">
              <a:lnSpc>
                <a:spcPct val="115000"/>
              </a:lnSpc>
              <a:buNone/>
              <a:defRPr sz="2175" b="1">
                <a:solidFill>
                  <a:srgbClr val="0D223F"/>
                </a:solidFill>
                <a:latin typeface="Malgun Gothic"/>
                <a:ea typeface="Malgun Gothic"/>
                <a:cs typeface="Malgun Gothic"/>
              </a:defRPr>
            </a:pPr>
            <a:r>
              <a:rPr sz="2175" b="1">
                <a:solidFill>
                  <a:srgbClr val="0D223F"/>
                </a:solidFill>
                <a:latin typeface="Malgun Gothic"/>
                <a:ea typeface="Malgun Gothic"/>
                <a:cs typeface="Malgun Gothic"/>
              </a:rPr>
              <a:t/>
            </a:r>
          </a:p>
        </p:txBody>
      </p:sp>
      <p:sp>
        <p:nvSpPr>
          <p:cNvPr id="6" name="직사각형 5">
            <a:extLst xmlns:a="http://schemas.openxmlformats.org/drawingml/2006/main">
              <a:ext uri="{FF2B5EF4-FFF2-40B4-BE49-F238E27FC236}">
                <a16:creationId xmlns:a16="http://schemas.microsoft.com/office/drawing/2014/main" id="{AB0FE3B5-B763-4F17-8C19-F4CF5011CA36}"/>
              </a:ext>
            </a:extLst>
          </p:cNvPr>
          <p:cNvSpPr>
            <a:spLocks xmlns:a="http://schemas.openxmlformats.org/drawingml/2006/main" noGrp="1"/>
          </p:cNvSpPr>
          <p:nvPr/>
        </p:nvSpPr>
        <p:spPr>
          <a:xfrm xmlns:a="http://schemas.openxmlformats.org/drawingml/2006/main">
            <a:off x="4324350" y="2286000"/>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85AC0"/>
                </a:solidFill>
                <a:latin typeface="Malgun Gothic"/>
                <a:ea typeface="Malgun Gothic"/>
                <a:cs typeface="Malgun Gothic"/>
              </a:defRPr>
            </a:defPPr>
            <a:lvl1pPr algn="l">
              <a:defRPr sz="1875" b="1">
                <a:solidFill>
                  <a:srgbClr val="185AC0"/>
                </a:solidFill>
                <a:latin typeface="Malgun Gothic"/>
                <a:ea typeface="Malgun Gothic"/>
                <a:cs typeface="Malgun Gothic"/>
              </a:defRPr>
            </a:lvl1pPr>
            <a:lvl2pPr algn="l">
              <a:defRPr sz="1875" b="1">
                <a:solidFill>
                  <a:srgbClr val="185AC0"/>
                </a:solidFill>
                <a:latin typeface="Malgun Gothic"/>
                <a:ea typeface="Malgun Gothic"/>
                <a:cs typeface="Malgun Gothic"/>
              </a:defRPr>
            </a:lvl2pPr>
            <a:lvl3pPr algn="l">
              <a:defRPr sz="1875" b="1">
                <a:solidFill>
                  <a:srgbClr val="185AC0"/>
                </a:solidFill>
                <a:latin typeface="Malgun Gothic"/>
                <a:ea typeface="Malgun Gothic"/>
                <a:cs typeface="Malgun Gothic"/>
              </a:defRPr>
            </a:lvl3pPr>
            <a:lvl4pPr algn="l">
              <a:defRPr sz="1875" b="1">
                <a:solidFill>
                  <a:srgbClr val="185AC0"/>
                </a:solidFill>
                <a:latin typeface="Malgun Gothic"/>
                <a:ea typeface="Malgun Gothic"/>
                <a:cs typeface="Malgun Gothic"/>
              </a:defRPr>
            </a:lvl4pPr>
            <a:lvl5pPr algn="l">
              <a:defRPr sz="1875" b="1">
                <a:solidFill>
                  <a:srgbClr val="185AC0"/>
                </a:solidFill>
                <a:latin typeface="Malgun Gothic"/>
                <a:ea typeface="Malgun Gothic"/>
                <a:cs typeface="Malgun Gothic"/>
              </a:defRPr>
            </a:lvl5pPr>
            <a:lvl6pPr algn="l">
              <a:defRPr sz="1875" b="1">
                <a:solidFill>
                  <a:srgbClr val="185AC0"/>
                </a:solidFill>
                <a:latin typeface="Malgun Gothic"/>
                <a:ea typeface="Malgun Gothic"/>
                <a:cs typeface="Malgun Gothic"/>
              </a:defRPr>
            </a:lvl6pPr>
            <a:lvl7pPr algn="l">
              <a:defRPr sz="1875" b="1">
                <a:solidFill>
                  <a:srgbClr val="185AC0"/>
                </a:solidFill>
                <a:latin typeface="Malgun Gothic"/>
                <a:ea typeface="Malgun Gothic"/>
                <a:cs typeface="Malgun Gothic"/>
              </a:defRPr>
            </a:lvl7pPr>
            <a:lvl8pPr algn="l">
              <a:defRPr sz="1875" b="1">
                <a:solidFill>
                  <a:srgbClr val="185AC0"/>
                </a:solidFill>
                <a:latin typeface="Malgun Gothic"/>
                <a:ea typeface="Malgun Gothic"/>
                <a:cs typeface="Malgun Gothic"/>
              </a:defRPr>
            </a:lvl8pPr>
            <a:lvl9pPr algn="l">
              <a:defRPr sz="1875" b="1">
                <a:solidFill>
                  <a:srgbClr val="185AC0"/>
                </a:solidFill>
                <a:latin typeface="Malgun Gothic"/>
                <a:ea typeface="Malgun Gothic"/>
                <a:cs typeface="Malgun Gothic"/>
              </a:defRPr>
            </a:lvl9pPr>
          </a:lstStyle>
          <a:p xmlns:a="http://schemas.openxmlformats.org/drawingml/2006/main">
            <a:pPr algn="l">
              <a:lnSpc>
                <a:spcPct val="115000"/>
              </a:lnSpc>
              <a:buNone/>
              <a:defRPr sz="1875" b="1">
                <a:solidFill>
                  <a:srgbClr val="185AC0"/>
                </a:solidFill>
                <a:latin typeface="Malgun Gothic"/>
                <a:ea typeface="Malgun Gothic"/>
                <a:cs typeface="Malgun Gothic"/>
              </a:defRPr>
            </a:pPr>
            <a:r>
              <a:rPr sz="1875" b="1">
                <a:solidFill>
                  <a:srgbClr val="185AC0"/>
                </a:solidFill>
                <a:latin typeface="Malgun Gothic"/>
                <a:ea typeface="Malgun Gothic"/>
                <a:cs typeface="Malgun Gothic"/>
              </a:rPr>
              <a:t/>
            </a:r>
          </a:p>
        </p:txBody>
      </p:sp>
      <p:sp>
        <p:nvSpPr>
          <p:cNvPr id="7" name="직사각형 6">
            <a:extLst xmlns:a="http://schemas.openxmlformats.org/drawingml/2006/main">
              <a:ext uri="{FF2B5EF4-FFF2-40B4-BE49-F238E27FC236}">
                <a16:creationId xmlns:a16="http://schemas.microsoft.com/office/drawing/2014/main" id="{E5D77968-8A03-44E2-BB5C-C42B490F5DDB}"/>
              </a:ext>
            </a:extLst>
          </p:cNvPr>
          <p:cNvSpPr>
            <a:spLocks xmlns:a="http://schemas.openxmlformats.org/drawingml/2006/main" noGrp="1"/>
          </p:cNvSpPr>
          <p:nvPr/>
        </p:nvSpPr>
        <p:spPr>
          <a:xfrm xmlns:a="http://schemas.openxmlformats.org/drawingml/2006/main">
            <a:off x="4324350" y="2705100"/>
            <a:ext cx="716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1748A"/>
                </a:solidFill>
                <a:latin typeface="Malgun Gothic"/>
                <a:ea typeface="Malgun Gothic"/>
                <a:cs typeface="Malgun Gothic"/>
              </a:defRPr>
            </a:defPPr>
            <a:lvl1pPr algn="l">
              <a:defRPr sz="1725" b="0">
                <a:solidFill>
                  <a:srgbClr val="61748A"/>
                </a:solidFill>
                <a:latin typeface="Malgun Gothic"/>
                <a:ea typeface="Malgun Gothic"/>
                <a:cs typeface="Malgun Gothic"/>
              </a:defRPr>
            </a:lvl1pPr>
            <a:lvl2pPr algn="l">
              <a:defRPr sz="1725" b="0">
                <a:solidFill>
                  <a:srgbClr val="61748A"/>
                </a:solidFill>
                <a:latin typeface="Malgun Gothic"/>
                <a:ea typeface="Malgun Gothic"/>
                <a:cs typeface="Malgun Gothic"/>
              </a:defRPr>
            </a:lvl2pPr>
            <a:lvl3pPr algn="l">
              <a:defRPr sz="1725" b="0">
                <a:solidFill>
                  <a:srgbClr val="61748A"/>
                </a:solidFill>
                <a:latin typeface="Malgun Gothic"/>
                <a:ea typeface="Malgun Gothic"/>
                <a:cs typeface="Malgun Gothic"/>
              </a:defRPr>
            </a:lvl3pPr>
            <a:lvl4pPr algn="l">
              <a:defRPr sz="1725" b="0">
                <a:solidFill>
                  <a:srgbClr val="61748A"/>
                </a:solidFill>
                <a:latin typeface="Malgun Gothic"/>
                <a:ea typeface="Malgun Gothic"/>
                <a:cs typeface="Malgun Gothic"/>
              </a:defRPr>
            </a:lvl4pPr>
            <a:lvl5pPr algn="l">
              <a:defRPr sz="1725" b="0">
                <a:solidFill>
                  <a:srgbClr val="61748A"/>
                </a:solidFill>
                <a:latin typeface="Malgun Gothic"/>
                <a:ea typeface="Malgun Gothic"/>
                <a:cs typeface="Malgun Gothic"/>
              </a:defRPr>
            </a:lvl5pPr>
            <a:lvl6pPr algn="l">
              <a:defRPr sz="1725" b="0">
                <a:solidFill>
                  <a:srgbClr val="61748A"/>
                </a:solidFill>
                <a:latin typeface="Malgun Gothic"/>
                <a:ea typeface="Malgun Gothic"/>
                <a:cs typeface="Malgun Gothic"/>
              </a:defRPr>
            </a:lvl6pPr>
            <a:lvl7pPr algn="l">
              <a:defRPr sz="1725" b="0">
                <a:solidFill>
                  <a:srgbClr val="61748A"/>
                </a:solidFill>
                <a:latin typeface="Malgun Gothic"/>
                <a:ea typeface="Malgun Gothic"/>
                <a:cs typeface="Malgun Gothic"/>
              </a:defRPr>
            </a:lvl7pPr>
            <a:lvl8pPr algn="l">
              <a:defRPr sz="1725" b="0">
                <a:solidFill>
                  <a:srgbClr val="61748A"/>
                </a:solidFill>
                <a:latin typeface="Malgun Gothic"/>
                <a:ea typeface="Malgun Gothic"/>
                <a:cs typeface="Malgun Gothic"/>
              </a:defRPr>
            </a:lvl8pPr>
            <a:lvl9pPr algn="l">
              <a:defRPr sz="1725" b="0">
                <a:solidFill>
                  <a:srgbClr val="61748A"/>
                </a:solidFill>
                <a:latin typeface="Malgun Gothic"/>
                <a:ea typeface="Malgun Gothic"/>
                <a:cs typeface="Malgun Gothic"/>
              </a:defRPr>
            </a:lvl9pPr>
          </a:lstStyle>
          <a:p xmlns:a="http://schemas.openxmlformats.org/drawingml/2006/main">
            <a:pPr algn="l">
              <a:lnSpc>
                <a:spcPct val="115000"/>
              </a:lnSpc>
              <a:buNone/>
              <a:defRPr sz="1725" b="0">
                <a:solidFill>
                  <a:srgbClr val="61748A"/>
                </a:solidFill>
                <a:latin typeface="Malgun Gothic"/>
                <a:ea typeface="Malgun Gothic"/>
                <a:cs typeface="Malgun Gothic"/>
              </a:defRPr>
            </a:pPr>
            <a:r>
              <a:rPr sz="1725" b="0">
                <a:solidFill>
                  <a:srgbClr val="61748A"/>
                </a:solidFill>
                <a:latin typeface="Malgun Gothic"/>
                <a:ea typeface="Malgun Gothic"/>
                <a:cs typeface="Malgun Gothic"/>
              </a:rPr>
              <a:t/>
            </a:r>
          </a:p>
        </p:txBody>
      </p:sp>
      <p:sp>
        <p:nvSpPr>
          <p:cNvPr id="8" name="직사각형 7">
            <a:extLst xmlns:a="http://schemas.openxmlformats.org/drawingml/2006/main">
              <a:ext uri="{FF2B5EF4-FFF2-40B4-BE49-F238E27FC236}">
                <a16:creationId xmlns:a16="http://schemas.microsoft.com/office/drawing/2014/main" id="{B3185639-522B-4DF7-8CC6-D098214B0E24}"/>
              </a:ext>
            </a:extLst>
          </p:cNvPr>
          <p:cNvSpPr>
            <a:spLocks xmlns:a="http://schemas.openxmlformats.org/drawingml/2006/main" noGrp="1"/>
          </p:cNvSpPr>
          <p:nvPr/>
        </p:nvSpPr>
        <p:spPr>
          <a:xfrm xmlns:a="http://schemas.openxmlformats.org/drawingml/2006/main">
            <a:off x="609600" y="3228975"/>
            <a:ext cx="3571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D223F"/>
                </a:solidFill>
                <a:latin typeface="Malgun Gothic"/>
                <a:ea typeface="Malgun Gothic"/>
                <a:cs typeface="Malgun Gothic"/>
              </a:defRPr>
            </a:defPPr>
            <a:lvl1pPr algn="l">
              <a:defRPr sz="2175" b="1">
                <a:solidFill>
                  <a:srgbClr val="0D223F"/>
                </a:solidFill>
                <a:latin typeface="Malgun Gothic"/>
                <a:ea typeface="Malgun Gothic"/>
                <a:cs typeface="Malgun Gothic"/>
              </a:defRPr>
            </a:lvl1pPr>
            <a:lvl2pPr algn="l">
              <a:defRPr sz="2175" b="1">
                <a:solidFill>
                  <a:srgbClr val="0D223F"/>
                </a:solidFill>
                <a:latin typeface="Malgun Gothic"/>
                <a:ea typeface="Malgun Gothic"/>
                <a:cs typeface="Malgun Gothic"/>
              </a:defRPr>
            </a:lvl2pPr>
            <a:lvl3pPr algn="l">
              <a:defRPr sz="2175" b="1">
                <a:solidFill>
                  <a:srgbClr val="0D223F"/>
                </a:solidFill>
                <a:latin typeface="Malgun Gothic"/>
                <a:ea typeface="Malgun Gothic"/>
                <a:cs typeface="Malgun Gothic"/>
              </a:defRPr>
            </a:lvl3pPr>
            <a:lvl4pPr algn="l">
              <a:defRPr sz="2175" b="1">
                <a:solidFill>
                  <a:srgbClr val="0D223F"/>
                </a:solidFill>
                <a:latin typeface="Malgun Gothic"/>
                <a:ea typeface="Malgun Gothic"/>
                <a:cs typeface="Malgun Gothic"/>
              </a:defRPr>
            </a:lvl4pPr>
            <a:lvl5pPr algn="l">
              <a:defRPr sz="2175" b="1">
                <a:solidFill>
                  <a:srgbClr val="0D223F"/>
                </a:solidFill>
                <a:latin typeface="Malgun Gothic"/>
                <a:ea typeface="Malgun Gothic"/>
                <a:cs typeface="Malgun Gothic"/>
              </a:defRPr>
            </a:lvl5pPr>
            <a:lvl6pPr algn="l">
              <a:defRPr sz="2175" b="1">
                <a:solidFill>
                  <a:srgbClr val="0D223F"/>
                </a:solidFill>
                <a:latin typeface="Malgun Gothic"/>
                <a:ea typeface="Malgun Gothic"/>
                <a:cs typeface="Malgun Gothic"/>
              </a:defRPr>
            </a:lvl6pPr>
            <a:lvl7pPr algn="l">
              <a:defRPr sz="2175" b="1">
                <a:solidFill>
                  <a:srgbClr val="0D223F"/>
                </a:solidFill>
                <a:latin typeface="Malgun Gothic"/>
                <a:ea typeface="Malgun Gothic"/>
                <a:cs typeface="Malgun Gothic"/>
              </a:defRPr>
            </a:lvl7pPr>
            <a:lvl8pPr algn="l">
              <a:defRPr sz="2175" b="1">
                <a:solidFill>
                  <a:srgbClr val="0D223F"/>
                </a:solidFill>
                <a:latin typeface="Malgun Gothic"/>
                <a:ea typeface="Malgun Gothic"/>
                <a:cs typeface="Malgun Gothic"/>
              </a:defRPr>
            </a:lvl8pPr>
            <a:lvl9pPr algn="l">
              <a:defRPr sz="2175" b="1">
                <a:solidFill>
                  <a:srgbClr val="0D223F"/>
                </a:solidFill>
                <a:latin typeface="Malgun Gothic"/>
                <a:ea typeface="Malgun Gothic"/>
                <a:cs typeface="Malgun Gothic"/>
              </a:defRPr>
            </a:lvl9pPr>
          </a:lstStyle>
          <a:p xmlns:a="http://schemas.openxmlformats.org/drawingml/2006/main">
            <a:pPr algn="l">
              <a:lnSpc>
                <a:spcPct val="115000"/>
              </a:lnSpc>
              <a:buNone/>
              <a:defRPr sz="2175" b="1">
                <a:solidFill>
                  <a:srgbClr val="0D223F"/>
                </a:solidFill>
                <a:latin typeface="Malgun Gothic"/>
                <a:ea typeface="Malgun Gothic"/>
                <a:cs typeface="Malgun Gothic"/>
              </a:defRPr>
            </a:pPr>
            <a:r>
              <a:rPr sz="2175" b="1">
                <a:solidFill>
                  <a:srgbClr val="0D223F"/>
                </a:solidFill>
                <a:latin typeface="Malgun Gothic"/>
                <a:ea typeface="Malgun Gothic"/>
                <a:cs typeface="Malgun Gothic"/>
              </a:rPr>
              <a:t/>
            </a:r>
          </a:p>
        </p:txBody>
      </p:sp>
      <p:sp>
        <p:nvSpPr>
          <p:cNvPr id="9" name="직사각형 8">
            <a:extLst xmlns:a="http://schemas.openxmlformats.org/drawingml/2006/main">
              <a:ext uri="{FF2B5EF4-FFF2-40B4-BE49-F238E27FC236}">
                <a16:creationId xmlns:a16="http://schemas.microsoft.com/office/drawing/2014/main" id="{8161802B-E1E3-4742-BFAF-37F42EF41B84}"/>
              </a:ext>
            </a:extLst>
          </p:cNvPr>
          <p:cNvSpPr>
            <a:spLocks xmlns:a="http://schemas.openxmlformats.org/drawingml/2006/main" noGrp="1"/>
          </p:cNvSpPr>
          <p:nvPr/>
        </p:nvSpPr>
        <p:spPr>
          <a:xfrm xmlns:a="http://schemas.openxmlformats.org/drawingml/2006/main">
            <a:off x="4324350" y="322897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85AC0"/>
                </a:solidFill>
                <a:latin typeface="Malgun Gothic"/>
                <a:ea typeface="Malgun Gothic"/>
                <a:cs typeface="Malgun Gothic"/>
              </a:defRPr>
            </a:defPPr>
            <a:lvl1pPr algn="l">
              <a:defRPr sz="1875" b="1">
                <a:solidFill>
                  <a:srgbClr val="185AC0"/>
                </a:solidFill>
                <a:latin typeface="Malgun Gothic"/>
                <a:ea typeface="Malgun Gothic"/>
                <a:cs typeface="Malgun Gothic"/>
              </a:defRPr>
            </a:lvl1pPr>
            <a:lvl2pPr algn="l">
              <a:defRPr sz="1875" b="1">
                <a:solidFill>
                  <a:srgbClr val="185AC0"/>
                </a:solidFill>
                <a:latin typeface="Malgun Gothic"/>
                <a:ea typeface="Malgun Gothic"/>
                <a:cs typeface="Malgun Gothic"/>
              </a:defRPr>
            </a:lvl2pPr>
            <a:lvl3pPr algn="l">
              <a:defRPr sz="1875" b="1">
                <a:solidFill>
                  <a:srgbClr val="185AC0"/>
                </a:solidFill>
                <a:latin typeface="Malgun Gothic"/>
                <a:ea typeface="Malgun Gothic"/>
                <a:cs typeface="Malgun Gothic"/>
              </a:defRPr>
            </a:lvl3pPr>
            <a:lvl4pPr algn="l">
              <a:defRPr sz="1875" b="1">
                <a:solidFill>
                  <a:srgbClr val="185AC0"/>
                </a:solidFill>
                <a:latin typeface="Malgun Gothic"/>
                <a:ea typeface="Malgun Gothic"/>
                <a:cs typeface="Malgun Gothic"/>
              </a:defRPr>
            </a:lvl4pPr>
            <a:lvl5pPr algn="l">
              <a:defRPr sz="1875" b="1">
                <a:solidFill>
                  <a:srgbClr val="185AC0"/>
                </a:solidFill>
                <a:latin typeface="Malgun Gothic"/>
                <a:ea typeface="Malgun Gothic"/>
                <a:cs typeface="Malgun Gothic"/>
              </a:defRPr>
            </a:lvl5pPr>
            <a:lvl6pPr algn="l">
              <a:defRPr sz="1875" b="1">
                <a:solidFill>
                  <a:srgbClr val="185AC0"/>
                </a:solidFill>
                <a:latin typeface="Malgun Gothic"/>
                <a:ea typeface="Malgun Gothic"/>
                <a:cs typeface="Malgun Gothic"/>
              </a:defRPr>
            </a:lvl6pPr>
            <a:lvl7pPr algn="l">
              <a:defRPr sz="1875" b="1">
                <a:solidFill>
                  <a:srgbClr val="185AC0"/>
                </a:solidFill>
                <a:latin typeface="Malgun Gothic"/>
                <a:ea typeface="Malgun Gothic"/>
                <a:cs typeface="Malgun Gothic"/>
              </a:defRPr>
            </a:lvl7pPr>
            <a:lvl8pPr algn="l">
              <a:defRPr sz="1875" b="1">
                <a:solidFill>
                  <a:srgbClr val="185AC0"/>
                </a:solidFill>
                <a:latin typeface="Malgun Gothic"/>
                <a:ea typeface="Malgun Gothic"/>
                <a:cs typeface="Malgun Gothic"/>
              </a:defRPr>
            </a:lvl8pPr>
            <a:lvl9pPr algn="l">
              <a:defRPr sz="1875" b="1">
                <a:solidFill>
                  <a:srgbClr val="185AC0"/>
                </a:solidFill>
                <a:latin typeface="Malgun Gothic"/>
                <a:ea typeface="Malgun Gothic"/>
                <a:cs typeface="Malgun Gothic"/>
              </a:defRPr>
            </a:lvl9pPr>
          </a:lstStyle>
          <a:p xmlns:a="http://schemas.openxmlformats.org/drawingml/2006/main">
            <a:pPr algn="l">
              <a:lnSpc>
                <a:spcPct val="115000"/>
              </a:lnSpc>
              <a:buNone/>
              <a:defRPr sz="1875" b="1">
                <a:solidFill>
                  <a:srgbClr val="185AC0"/>
                </a:solidFill>
                <a:latin typeface="Malgun Gothic"/>
                <a:ea typeface="Malgun Gothic"/>
                <a:cs typeface="Malgun Gothic"/>
              </a:defRPr>
            </a:pPr>
            <a:r>
              <a:rPr sz="1875" b="1">
                <a:solidFill>
                  <a:srgbClr val="185AC0"/>
                </a:solidFill>
                <a:latin typeface="Malgun Gothic"/>
                <a:ea typeface="Malgun Gothic"/>
                <a:cs typeface="Malgun Gothic"/>
              </a:rPr>
              <a:t/>
            </a:r>
          </a:p>
        </p:txBody>
      </p:sp>
      <p:sp>
        <p:nvSpPr>
          <p:cNvPr id="10" name="직사각형 9">
            <a:extLst xmlns:a="http://schemas.openxmlformats.org/drawingml/2006/main">
              <a:ext uri="{FF2B5EF4-FFF2-40B4-BE49-F238E27FC236}">
                <a16:creationId xmlns:a16="http://schemas.microsoft.com/office/drawing/2014/main" id="{DA432EA9-4F48-4004-B855-89588AB03E57}"/>
              </a:ext>
            </a:extLst>
          </p:cNvPr>
          <p:cNvSpPr>
            <a:spLocks xmlns:a="http://schemas.openxmlformats.org/drawingml/2006/main" noGrp="1"/>
          </p:cNvSpPr>
          <p:nvPr/>
        </p:nvSpPr>
        <p:spPr>
          <a:xfrm xmlns:a="http://schemas.openxmlformats.org/drawingml/2006/main">
            <a:off x="4324350" y="3648075"/>
            <a:ext cx="716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1748A"/>
                </a:solidFill>
                <a:latin typeface="Malgun Gothic"/>
                <a:ea typeface="Malgun Gothic"/>
                <a:cs typeface="Malgun Gothic"/>
              </a:defRPr>
            </a:defPPr>
            <a:lvl1pPr algn="l">
              <a:defRPr sz="1725" b="0">
                <a:solidFill>
                  <a:srgbClr val="61748A"/>
                </a:solidFill>
                <a:latin typeface="Malgun Gothic"/>
                <a:ea typeface="Malgun Gothic"/>
                <a:cs typeface="Malgun Gothic"/>
              </a:defRPr>
            </a:lvl1pPr>
            <a:lvl2pPr algn="l">
              <a:defRPr sz="1725" b="0">
                <a:solidFill>
                  <a:srgbClr val="61748A"/>
                </a:solidFill>
                <a:latin typeface="Malgun Gothic"/>
                <a:ea typeface="Malgun Gothic"/>
                <a:cs typeface="Malgun Gothic"/>
              </a:defRPr>
            </a:lvl2pPr>
            <a:lvl3pPr algn="l">
              <a:defRPr sz="1725" b="0">
                <a:solidFill>
                  <a:srgbClr val="61748A"/>
                </a:solidFill>
                <a:latin typeface="Malgun Gothic"/>
                <a:ea typeface="Malgun Gothic"/>
                <a:cs typeface="Malgun Gothic"/>
              </a:defRPr>
            </a:lvl3pPr>
            <a:lvl4pPr algn="l">
              <a:defRPr sz="1725" b="0">
                <a:solidFill>
                  <a:srgbClr val="61748A"/>
                </a:solidFill>
                <a:latin typeface="Malgun Gothic"/>
                <a:ea typeface="Malgun Gothic"/>
                <a:cs typeface="Malgun Gothic"/>
              </a:defRPr>
            </a:lvl4pPr>
            <a:lvl5pPr algn="l">
              <a:defRPr sz="1725" b="0">
                <a:solidFill>
                  <a:srgbClr val="61748A"/>
                </a:solidFill>
                <a:latin typeface="Malgun Gothic"/>
                <a:ea typeface="Malgun Gothic"/>
                <a:cs typeface="Malgun Gothic"/>
              </a:defRPr>
            </a:lvl5pPr>
            <a:lvl6pPr algn="l">
              <a:defRPr sz="1725" b="0">
                <a:solidFill>
                  <a:srgbClr val="61748A"/>
                </a:solidFill>
                <a:latin typeface="Malgun Gothic"/>
                <a:ea typeface="Malgun Gothic"/>
                <a:cs typeface="Malgun Gothic"/>
              </a:defRPr>
            </a:lvl6pPr>
            <a:lvl7pPr algn="l">
              <a:defRPr sz="1725" b="0">
                <a:solidFill>
                  <a:srgbClr val="61748A"/>
                </a:solidFill>
                <a:latin typeface="Malgun Gothic"/>
                <a:ea typeface="Malgun Gothic"/>
                <a:cs typeface="Malgun Gothic"/>
              </a:defRPr>
            </a:lvl7pPr>
            <a:lvl8pPr algn="l">
              <a:defRPr sz="1725" b="0">
                <a:solidFill>
                  <a:srgbClr val="61748A"/>
                </a:solidFill>
                <a:latin typeface="Malgun Gothic"/>
                <a:ea typeface="Malgun Gothic"/>
                <a:cs typeface="Malgun Gothic"/>
              </a:defRPr>
            </a:lvl8pPr>
            <a:lvl9pPr algn="l">
              <a:defRPr sz="1725" b="0">
                <a:solidFill>
                  <a:srgbClr val="61748A"/>
                </a:solidFill>
                <a:latin typeface="Malgun Gothic"/>
                <a:ea typeface="Malgun Gothic"/>
                <a:cs typeface="Malgun Gothic"/>
              </a:defRPr>
            </a:lvl9pPr>
          </a:lstStyle>
          <a:p xmlns:a="http://schemas.openxmlformats.org/drawingml/2006/main">
            <a:pPr algn="l">
              <a:lnSpc>
                <a:spcPct val="115000"/>
              </a:lnSpc>
              <a:buNone/>
              <a:defRPr sz="1725" b="0">
                <a:solidFill>
                  <a:srgbClr val="61748A"/>
                </a:solidFill>
                <a:latin typeface="Malgun Gothic"/>
                <a:ea typeface="Malgun Gothic"/>
                <a:cs typeface="Malgun Gothic"/>
              </a:defRPr>
            </a:pPr>
            <a:r>
              <a:rPr sz="1725" b="0">
                <a:solidFill>
                  <a:srgbClr val="61748A"/>
                </a:solidFill>
                <a:latin typeface="Malgun Gothic"/>
                <a:ea typeface="Malgun Gothic"/>
                <a:cs typeface="Malgun Gothic"/>
              </a:rPr>
              <a:t/>
            </a:r>
          </a:p>
        </p:txBody>
      </p:sp>
      <p:sp>
        <p:nvSpPr>
          <p:cNvPr id="11" name="직사각형 10">
            <a:extLst xmlns:a="http://schemas.openxmlformats.org/drawingml/2006/main">
              <a:ext uri="{FF2B5EF4-FFF2-40B4-BE49-F238E27FC236}">
                <a16:creationId xmlns:a16="http://schemas.microsoft.com/office/drawing/2014/main" id="{193F1F12-7235-4451-BF82-40EE217E5A5B}"/>
              </a:ext>
            </a:extLst>
          </p:cNvPr>
          <p:cNvSpPr>
            <a:spLocks xmlns:a="http://schemas.openxmlformats.org/drawingml/2006/main" noGrp="1"/>
          </p:cNvSpPr>
          <p:nvPr/>
        </p:nvSpPr>
        <p:spPr>
          <a:xfrm xmlns:a="http://schemas.openxmlformats.org/drawingml/2006/main">
            <a:off x="609600" y="4171950"/>
            <a:ext cx="3571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D223F"/>
                </a:solidFill>
                <a:latin typeface="Malgun Gothic"/>
                <a:ea typeface="Malgun Gothic"/>
                <a:cs typeface="Malgun Gothic"/>
              </a:defRPr>
            </a:defPPr>
            <a:lvl1pPr algn="l">
              <a:defRPr sz="2175" b="1">
                <a:solidFill>
                  <a:srgbClr val="0D223F"/>
                </a:solidFill>
                <a:latin typeface="Malgun Gothic"/>
                <a:ea typeface="Malgun Gothic"/>
                <a:cs typeface="Malgun Gothic"/>
              </a:defRPr>
            </a:lvl1pPr>
            <a:lvl2pPr algn="l">
              <a:defRPr sz="2175" b="1">
                <a:solidFill>
                  <a:srgbClr val="0D223F"/>
                </a:solidFill>
                <a:latin typeface="Malgun Gothic"/>
                <a:ea typeface="Malgun Gothic"/>
                <a:cs typeface="Malgun Gothic"/>
              </a:defRPr>
            </a:lvl2pPr>
            <a:lvl3pPr algn="l">
              <a:defRPr sz="2175" b="1">
                <a:solidFill>
                  <a:srgbClr val="0D223F"/>
                </a:solidFill>
                <a:latin typeface="Malgun Gothic"/>
                <a:ea typeface="Malgun Gothic"/>
                <a:cs typeface="Malgun Gothic"/>
              </a:defRPr>
            </a:lvl3pPr>
            <a:lvl4pPr algn="l">
              <a:defRPr sz="2175" b="1">
                <a:solidFill>
                  <a:srgbClr val="0D223F"/>
                </a:solidFill>
                <a:latin typeface="Malgun Gothic"/>
                <a:ea typeface="Malgun Gothic"/>
                <a:cs typeface="Malgun Gothic"/>
              </a:defRPr>
            </a:lvl4pPr>
            <a:lvl5pPr algn="l">
              <a:defRPr sz="2175" b="1">
                <a:solidFill>
                  <a:srgbClr val="0D223F"/>
                </a:solidFill>
                <a:latin typeface="Malgun Gothic"/>
                <a:ea typeface="Malgun Gothic"/>
                <a:cs typeface="Malgun Gothic"/>
              </a:defRPr>
            </a:lvl5pPr>
            <a:lvl6pPr algn="l">
              <a:defRPr sz="2175" b="1">
                <a:solidFill>
                  <a:srgbClr val="0D223F"/>
                </a:solidFill>
                <a:latin typeface="Malgun Gothic"/>
                <a:ea typeface="Malgun Gothic"/>
                <a:cs typeface="Malgun Gothic"/>
              </a:defRPr>
            </a:lvl6pPr>
            <a:lvl7pPr algn="l">
              <a:defRPr sz="2175" b="1">
                <a:solidFill>
                  <a:srgbClr val="0D223F"/>
                </a:solidFill>
                <a:latin typeface="Malgun Gothic"/>
                <a:ea typeface="Malgun Gothic"/>
                <a:cs typeface="Malgun Gothic"/>
              </a:defRPr>
            </a:lvl7pPr>
            <a:lvl8pPr algn="l">
              <a:defRPr sz="2175" b="1">
                <a:solidFill>
                  <a:srgbClr val="0D223F"/>
                </a:solidFill>
                <a:latin typeface="Malgun Gothic"/>
                <a:ea typeface="Malgun Gothic"/>
                <a:cs typeface="Malgun Gothic"/>
              </a:defRPr>
            </a:lvl8pPr>
            <a:lvl9pPr algn="l">
              <a:defRPr sz="2175" b="1">
                <a:solidFill>
                  <a:srgbClr val="0D223F"/>
                </a:solidFill>
                <a:latin typeface="Malgun Gothic"/>
                <a:ea typeface="Malgun Gothic"/>
                <a:cs typeface="Malgun Gothic"/>
              </a:defRPr>
            </a:lvl9pPr>
          </a:lstStyle>
          <a:p xmlns:a="http://schemas.openxmlformats.org/drawingml/2006/main">
            <a:pPr algn="l">
              <a:lnSpc>
                <a:spcPct val="115000"/>
              </a:lnSpc>
              <a:buNone/>
              <a:defRPr sz="2175" b="1">
                <a:solidFill>
                  <a:srgbClr val="0D223F"/>
                </a:solidFill>
                <a:latin typeface="Malgun Gothic"/>
                <a:ea typeface="Malgun Gothic"/>
                <a:cs typeface="Malgun Gothic"/>
              </a:defRPr>
            </a:pPr>
            <a:r>
              <a:rPr sz="2175" b="1">
                <a:solidFill>
                  <a:srgbClr val="0D223F"/>
                </a:solidFill>
                <a:latin typeface="Malgun Gothic"/>
                <a:ea typeface="Malgun Gothic"/>
                <a:cs typeface="Malgun Gothic"/>
              </a:rPr>
              <a:t/>
            </a:r>
          </a:p>
        </p:txBody>
      </p:sp>
      <p:sp>
        <p:nvSpPr>
          <p:cNvPr id="12" name="직사각형 11">
            <a:extLst xmlns:a="http://schemas.openxmlformats.org/drawingml/2006/main">
              <a:ext uri="{FF2B5EF4-FFF2-40B4-BE49-F238E27FC236}">
                <a16:creationId xmlns:a16="http://schemas.microsoft.com/office/drawing/2014/main" id="{C0A9FEE6-A628-4E0C-94E3-93686DCA8786}"/>
              </a:ext>
            </a:extLst>
          </p:cNvPr>
          <p:cNvSpPr>
            <a:spLocks xmlns:a="http://schemas.openxmlformats.org/drawingml/2006/main" noGrp="1"/>
          </p:cNvSpPr>
          <p:nvPr/>
        </p:nvSpPr>
        <p:spPr>
          <a:xfrm xmlns:a="http://schemas.openxmlformats.org/drawingml/2006/main">
            <a:off x="4324350" y="4171950"/>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85AC0"/>
                </a:solidFill>
                <a:latin typeface="Malgun Gothic"/>
                <a:ea typeface="Malgun Gothic"/>
                <a:cs typeface="Malgun Gothic"/>
              </a:defRPr>
            </a:defPPr>
            <a:lvl1pPr algn="l">
              <a:defRPr sz="1875" b="1">
                <a:solidFill>
                  <a:srgbClr val="185AC0"/>
                </a:solidFill>
                <a:latin typeface="Malgun Gothic"/>
                <a:ea typeface="Malgun Gothic"/>
                <a:cs typeface="Malgun Gothic"/>
              </a:defRPr>
            </a:lvl1pPr>
            <a:lvl2pPr algn="l">
              <a:defRPr sz="1875" b="1">
                <a:solidFill>
                  <a:srgbClr val="185AC0"/>
                </a:solidFill>
                <a:latin typeface="Malgun Gothic"/>
                <a:ea typeface="Malgun Gothic"/>
                <a:cs typeface="Malgun Gothic"/>
              </a:defRPr>
            </a:lvl2pPr>
            <a:lvl3pPr algn="l">
              <a:defRPr sz="1875" b="1">
                <a:solidFill>
                  <a:srgbClr val="185AC0"/>
                </a:solidFill>
                <a:latin typeface="Malgun Gothic"/>
                <a:ea typeface="Malgun Gothic"/>
                <a:cs typeface="Malgun Gothic"/>
              </a:defRPr>
            </a:lvl3pPr>
            <a:lvl4pPr algn="l">
              <a:defRPr sz="1875" b="1">
                <a:solidFill>
                  <a:srgbClr val="185AC0"/>
                </a:solidFill>
                <a:latin typeface="Malgun Gothic"/>
                <a:ea typeface="Malgun Gothic"/>
                <a:cs typeface="Malgun Gothic"/>
              </a:defRPr>
            </a:lvl4pPr>
            <a:lvl5pPr algn="l">
              <a:defRPr sz="1875" b="1">
                <a:solidFill>
                  <a:srgbClr val="185AC0"/>
                </a:solidFill>
                <a:latin typeface="Malgun Gothic"/>
                <a:ea typeface="Malgun Gothic"/>
                <a:cs typeface="Malgun Gothic"/>
              </a:defRPr>
            </a:lvl5pPr>
            <a:lvl6pPr algn="l">
              <a:defRPr sz="1875" b="1">
                <a:solidFill>
                  <a:srgbClr val="185AC0"/>
                </a:solidFill>
                <a:latin typeface="Malgun Gothic"/>
                <a:ea typeface="Malgun Gothic"/>
                <a:cs typeface="Malgun Gothic"/>
              </a:defRPr>
            </a:lvl6pPr>
            <a:lvl7pPr algn="l">
              <a:defRPr sz="1875" b="1">
                <a:solidFill>
                  <a:srgbClr val="185AC0"/>
                </a:solidFill>
                <a:latin typeface="Malgun Gothic"/>
                <a:ea typeface="Malgun Gothic"/>
                <a:cs typeface="Malgun Gothic"/>
              </a:defRPr>
            </a:lvl7pPr>
            <a:lvl8pPr algn="l">
              <a:defRPr sz="1875" b="1">
                <a:solidFill>
                  <a:srgbClr val="185AC0"/>
                </a:solidFill>
                <a:latin typeface="Malgun Gothic"/>
                <a:ea typeface="Malgun Gothic"/>
                <a:cs typeface="Malgun Gothic"/>
              </a:defRPr>
            </a:lvl8pPr>
            <a:lvl9pPr algn="l">
              <a:defRPr sz="1875" b="1">
                <a:solidFill>
                  <a:srgbClr val="185AC0"/>
                </a:solidFill>
                <a:latin typeface="Malgun Gothic"/>
                <a:ea typeface="Malgun Gothic"/>
                <a:cs typeface="Malgun Gothic"/>
              </a:defRPr>
            </a:lvl9pPr>
          </a:lstStyle>
          <a:p xmlns:a="http://schemas.openxmlformats.org/drawingml/2006/main">
            <a:pPr algn="l">
              <a:lnSpc>
                <a:spcPct val="115000"/>
              </a:lnSpc>
              <a:buNone/>
              <a:defRPr sz="1875" b="1">
                <a:solidFill>
                  <a:srgbClr val="185AC0"/>
                </a:solidFill>
                <a:latin typeface="Malgun Gothic"/>
                <a:ea typeface="Malgun Gothic"/>
                <a:cs typeface="Malgun Gothic"/>
              </a:defRPr>
            </a:pPr>
            <a:r>
              <a:rPr sz="1875" b="1">
                <a:solidFill>
                  <a:srgbClr val="185AC0"/>
                </a:solidFill>
                <a:latin typeface="Malgun Gothic"/>
                <a:ea typeface="Malgun Gothic"/>
                <a:cs typeface="Malgun Gothic"/>
              </a:rPr>
              <a:t/>
            </a:r>
          </a:p>
        </p:txBody>
      </p:sp>
      <p:sp>
        <p:nvSpPr>
          <p:cNvPr id="13" name="직사각형 12">
            <a:extLst xmlns:a="http://schemas.openxmlformats.org/drawingml/2006/main">
              <a:ext uri="{FF2B5EF4-FFF2-40B4-BE49-F238E27FC236}">
                <a16:creationId xmlns:a16="http://schemas.microsoft.com/office/drawing/2014/main" id="{3605C29B-2578-4A17-BE3B-4EBA2458DE94}"/>
              </a:ext>
            </a:extLst>
          </p:cNvPr>
          <p:cNvSpPr>
            <a:spLocks xmlns:a="http://schemas.openxmlformats.org/drawingml/2006/main" noGrp="1"/>
          </p:cNvSpPr>
          <p:nvPr/>
        </p:nvSpPr>
        <p:spPr>
          <a:xfrm xmlns:a="http://schemas.openxmlformats.org/drawingml/2006/main">
            <a:off x="4324350" y="4591050"/>
            <a:ext cx="716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1748A"/>
                </a:solidFill>
                <a:latin typeface="Malgun Gothic"/>
                <a:ea typeface="Malgun Gothic"/>
                <a:cs typeface="Malgun Gothic"/>
              </a:defRPr>
            </a:defPPr>
            <a:lvl1pPr algn="l">
              <a:defRPr sz="1725" b="0">
                <a:solidFill>
                  <a:srgbClr val="61748A"/>
                </a:solidFill>
                <a:latin typeface="Malgun Gothic"/>
                <a:ea typeface="Malgun Gothic"/>
                <a:cs typeface="Malgun Gothic"/>
              </a:defRPr>
            </a:lvl1pPr>
            <a:lvl2pPr algn="l">
              <a:defRPr sz="1725" b="0">
                <a:solidFill>
                  <a:srgbClr val="61748A"/>
                </a:solidFill>
                <a:latin typeface="Malgun Gothic"/>
                <a:ea typeface="Malgun Gothic"/>
                <a:cs typeface="Malgun Gothic"/>
              </a:defRPr>
            </a:lvl2pPr>
            <a:lvl3pPr algn="l">
              <a:defRPr sz="1725" b="0">
                <a:solidFill>
                  <a:srgbClr val="61748A"/>
                </a:solidFill>
                <a:latin typeface="Malgun Gothic"/>
                <a:ea typeface="Malgun Gothic"/>
                <a:cs typeface="Malgun Gothic"/>
              </a:defRPr>
            </a:lvl3pPr>
            <a:lvl4pPr algn="l">
              <a:defRPr sz="1725" b="0">
                <a:solidFill>
                  <a:srgbClr val="61748A"/>
                </a:solidFill>
                <a:latin typeface="Malgun Gothic"/>
                <a:ea typeface="Malgun Gothic"/>
                <a:cs typeface="Malgun Gothic"/>
              </a:defRPr>
            </a:lvl4pPr>
            <a:lvl5pPr algn="l">
              <a:defRPr sz="1725" b="0">
                <a:solidFill>
                  <a:srgbClr val="61748A"/>
                </a:solidFill>
                <a:latin typeface="Malgun Gothic"/>
                <a:ea typeface="Malgun Gothic"/>
                <a:cs typeface="Malgun Gothic"/>
              </a:defRPr>
            </a:lvl5pPr>
            <a:lvl6pPr algn="l">
              <a:defRPr sz="1725" b="0">
                <a:solidFill>
                  <a:srgbClr val="61748A"/>
                </a:solidFill>
                <a:latin typeface="Malgun Gothic"/>
                <a:ea typeface="Malgun Gothic"/>
                <a:cs typeface="Malgun Gothic"/>
              </a:defRPr>
            </a:lvl6pPr>
            <a:lvl7pPr algn="l">
              <a:defRPr sz="1725" b="0">
                <a:solidFill>
                  <a:srgbClr val="61748A"/>
                </a:solidFill>
                <a:latin typeface="Malgun Gothic"/>
                <a:ea typeface="Malgun Gothic"/>
                <a:cs typeface="Malgun Gothic"/>
              </a:defRPr>
            </a:lvl7pPr>
            <a:lvl8pPr algn="l">
              <a:defRPr sz="1725" b="0">
                <a:solidFill>
                  <a:srgbClr val="61748A"/>
                </a:solidFill>
                <a:latin typeface="Malgun Gothic"/>
                <a:ea typeface="Malgun Gothic"/>
                <a:cs typeface="Malgun Gothic"/>
              </a:defRPr>
            </a:lvl8pPr>
            <a:lvl9pPr algn="l">
              <a:defRPr sz="1725" b="0">
                <a:solidFill>
                  <a:srgbClr val="61748A"/>
                </a:solidFill>
                <a:latin typeface="Malgun Gothic"/>
                <a:ea typeface="Malgun Gothic"/>
                <a:cs typeface="Malgun Gothic"/>
              </a:defRPr>
            </a:lvl9pPr>
          </a:lstStyle>
          <a:p xmlns:a="http://schemas.openxmlformats.org/drawingml/2006/main">
            <a:pPr algn="l">
              <a:lnSpc>
                <a:spcPct val="115000"/>
              </a:lnSpc>
              <a:buNone/>
              <a:defRPr sz="1725" b="0">
                <a:solidFill>
                  <a:srgbClr val="61748A"/>
                </a:solidFill>
                <a:latin typeface="Malgun Gothic"/>
                <a:ea typeface="Malgun Gothic"/>
                <a:cs typeface="Malgun Gothic"/>
              </a:defRPr>
            </a:pPr>
            <a:r>
              <a:rPr sz="1725" b="0">
                <a:solidFill>
                  <a:srgbClr val="61748A"/>
                </a:solidFill>
                <a:latin typeface="Malgun Gothic"/>
                <a:ea typeface="Malgun Gothic"/>
                <a:cs typeface="Malgun Gothic"/>
              </a:rPr>
              <a:t/>
            </a:r>
          </a:p>
        </p:txBody>
      </p:sp>
      <p:sp>
        <p:nvSpPr>
          <p:cNvPr id="14" name="직사각형 13">
            <a:extLst xmlns:a="http://schemas.openxmlformats.org/drawingml/2006/main">
              <a:ext uri="{FF2B5EF4-FFF2-40B4-BE49-F238E27FC236}">
                <a16:creationId xmlns:a16="http://schemas.microsoft.com/office/drawing/2014/main" id="{0010ABA8-1AA7-45F6-ACC0-F769A32CEC5E}"/>
              </a:ext>
            </a:extLst>
          </p:cNvPr>
          <p:cNvSpPr>
            <a:spLocks xmlns:a="http://schemas.openxmlformats.org/drawingml/2006/main" noGrp="1"/>
          </p:cNvSpPr>
          <p:nvPr/>
        </p:nvSpPr>
        <p:spPr>
          <a:xfrm xmlns:a="http://schemas.openxmlformats.org/drawingml/2006/main">
            <a:off x="609600" y="5114925"/>
            <a:ext cx="3571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D223F"/>
                </a:solidFill>
                <a:latin typeface="Malgun Gothic"/>
                <a:ea typeface="Malgun Gothic"/>
                <a:cs typeface="Malgun Gothic"/>
              </a:defRPr>
            </a:defPPr>
            <a:lvl1pPr algn="l">
              <a:defRPr sz="2175" b="1">
                <a:solidFill>
                  <a:srgbClr val="0D223F"/>
                </a:solidFill>
                <a:latin typeface="Malgun Gothic"/>
                <a:ea typeface="Malgun Gothic"/>
                <a:cs typeface="Malgun Gothic"/>
              </a:defRPr>
            </a:lvl1pPr>
            <a:lvl2pPr algn="l">
              <a:defRPr sz="2175" b="1">
                <a:solidFill>
                  <a:srgbClr val="0D223F"/>
                </a:solidFill>
                <a:latin typeface="Malgun Gothic"/>
                <a:ea typeface="Malgun Gothic"/>
                <a:cs typeface="Malgun Gothic"/>
              </a:defRPr>
            </a:lvl2pPr>
            <a:lvl3pPr algn="l">
              <a:defRPr sz="2175" b="1">
                <a:solidFill>
                  <a:srgbClr val="0D223F"/>
                </a:solidFill>
                <a:latin typeface="Malgun Gothic"/>
                <a:ea typeface="Malgun Gothic"/>
                <a:cs typeface="Malgun Gothic"/>
              </a:defRPr>
            </a:lvl3pPr>
            <a:lvl4pPr algn="l">
              <a:defRPr sz="2175" b="1">
                <a:solidFill>
                  <a:srgbClr val="0D223F"/>
                </a:solidFill>
                <a:latin typeface="Malgun Gothic"/>
                <a:ea typeface="Malgun Gothic"/>
                <a:cs typeface="Malgun Gothic"/>
              </a:defRPr>
            </a:lvl4pPr>
            <a:lvl5pPr algn="l">
              <a:defRPr sz="2175" b="1">
                <a:solidFill>
                  <a:srgbClr val="0D223F"/>
                </a:solidFill>
                <a:latin typeface="Malgun Gothic"/>
                <a:ea typeface="Malgun Gothic"/>
                <a:cs typeface="Malgun Gothic"/>
              </a:defRPr>
            </a:lvl5pPr>
            <a:lvl6pPr algn="l">
              <a:defRPr sz="2175" b="1">
                <a:solidFill>
                  <a:srgbClr val="0D223F"/>
                </a:solidFill>
                <a:latin typeface="Malgun Gothic"/>
                <a:ea typeface="Malgun Gothic"/>
                <a:cs typeface="Malgun Gothic"/>
              </a:defRPr>
            </a:lvl6pPr>
            <a:lvl7pPr algn="l">
              <a:defRPr sz="2175" b="1">
                <a:solidFill>
                  <a:srgbClr val="0D223F"/>
                </a:solidFill>
                <a:latin typeface="Malgun Gothic"/>
                <a:ea typeface="Malgun Gothic"/>
                <a:cs typeface="Malgun Gothic"/>
              </a:defRPr>
            </a:lvl7pPr>
            <a:lvl8pPr algn="l">
              <a:defRPr sz="2175" b="1">
                <a:solidFill>
                  <a:srgbClr val="0D223F"/>
                </a:solidFill>
                <a:latin typeface="Malgun Gothic"/>
                <a:ea typeface="Malgun Gothic"/>
                <a:cs typeface="Malgun Gothic"/>
              </a:defRPr>
            </a:lvl8pPr>
            <a:lvl9pPr algn="l">
              <a:defRPr sz="2175" b="1">
                <a:solidFill>
                  <a:srgbClr val="0D223F"/>
                </a:solidFill>
                <a:latin typeface="Malgun Gothic"/>
                <a:ea typeface="Malgun Gothic"/>
                <a:cs typeface="Malgun Gothic"/>
              </a:defRPr>
            </a:lvl9pPr>
          </a:lstStyle>
          <a:p xmlns:a="http://schemas.openxmlformats.org/drawingml/2006/main">
            <a:pPr algn="l">
              <a:lnSpc>
                <a:spcPct val="115000"/>
              </a:lnSpc>
              <a:buNone/>
              <a:defRPr sz="2175" b="1">
                <a:solidFill>
                  <a:srgbClr val="0D223F"/>
                </a:solidFill>
                <a:latin typeface="Malgun Gothic"/>
                <a:ea typeface="Malgun Gothic"/>
                <a:cs typeface="Malgun Gothic"/>
              </a:defRPr>
            </a:pPr>
            <a:r>
              <a:rPr sz="2175" b="1">
                <a:solidFill>
                  <a:srgbClr val="0D223F"/>
                </a:solidFill>
                <a:latin typeface="Malgun Gothic"/>
                <a:ea typeface="Malgun Gothic"/>
                <a:cs typeface="Malgun Gothic"/>
              </a:rPr>
              <a:t/>
            </a:r>
          </a:p>
        </p:txBody>
      </p:sp>
      <p:sp>
        <p:nvSpPr>
          <p:cNvPr id="15" name="직사각형 14">
            <a:extLst xmlns:a="http://schemas.openxmlformats.org/drawingml/2006/main">
              <a:ext uri="{FF2B5EF4-FFF2-40B4-BE49-F238E27FC236}">
                <a16:creationId xmlns:a16="http://schemas.microsoft.com/office/drawing/2014/main" id="{4D5B2BBD-A38F-40E0-875B-9A7C07AC610D}"/>
              </a:ext>
            </a:extLst>
          </p:cNvPr>
          <p:cNvSpPr>
            <a:spLocks xmlns:a="http://schemas.openxmlformats.org/drawingml/2006/main" noGrp="1"/>
          </p:cNvSpPr>
          <p:nvPr/>
        </p:nvSpPr>
        <p:spPr>
          <a:xfrm xmlns:a="http://schemas.openxmlformats.org/drawingml/2006/main">
            <a:off x="4324350" y="51149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85AC0"/>
                </a:solidFill>
                <a:latin typeface="Malgun Gothic"/>
                <a:ea typeface="Malgun Gothic"/>
                <a:cs typeface="Malgun Gothic"/>
              </a:defRPr>
            </a:defPPr>
            <a:lvl1pPr algn="l">
              <a:defRPr sz="1875" b="1">
                <a:solidFill>
                  <a:srgbClr val="185AC0"/>
                </a:solidFill>
                <a:latin typeface="Malgun Gothic"/>
                <a:ea typeface="Malgun Gothic"/>
                <a:cs typeface="Malgun Gothic"/>
              </a:defRPr>
            </a:lvl1pPr>
            <a:lvl2pPr algn="l">
              <a:defRPr sz="1875" b="1">
                <a:solidFill>
                  <a:srgbClr val="185AC0"/>
                </a:solidFill>
                <a:latin typeface="Malgun Gothic"/>
                <a:ea typeface="Malgun Gothic"/>
                <a:cs typeface="Malgun Gothic"/>
              </a:defRPr>
            </a:lvl2pPr>
            <a:lvl3pPr algn="l">
              <a:defRPr sz="1875" b="1">
                <a:solidFill>
                  <a:srgbClr val="185AC0"/>
                </a:solidFill>
                <a:latin typeface="Malgun Gothic"/>
                <a:ea typeface="Malgun Gothic"/>
                <a:cs typeface="Malgun Gothic"/>
              </a:defRPr>
            </a:lvl3pPr>
            <a:lvl4pPr algn="l">
              <a:defRPr sz="1875" b="1">
                <a:solidFill>
                  <a:srgbClr val="185AC0"/>
                </a:solidFill>
                <a:latin typeface="Malgun Gothic"/>
                <a:ea typeface="Malgun Gothic"/>
                <a:cs typeface="Malgun Gothic"/>
              </a:defRPr>
            </a:lvl4pPr>
            <a:lvl5pPr algn="l">
              <a:defRPr sz="1875" b="1">
                <a:solidFill>
                  <a:srgbClr val="185AC0"/>
                </a:solidFill>
                <a:latin typeface="Malgun Gothic"/>
                <a:ea typeface="Malgun Gothic"/>
                <a:cs typeface="Malgun Gothic"/>
              </a:defRPr>
            </a:lvl5pPr>
            <a:lvl6pPr algn="l">
              <a:defRPr sz="1875" b="1">
                <a:solidFill>
                  <a:srgbClr val="185AC0"/>
                </a:solidFill>
                <a:latin typeface="Malgun Gothic"/>
                <a:ea typeface="Malgun Gothic"/>
                <a:cs typeface="Malgun Gothic"/>
              </a:defRPr>
            </a:lvl6pPr>
            <a:lvl7pPr algn="l">
              <a:defRPr sz="1875" b="1">
                <a:solidFill>
                  <a:srgbClr val="185AC0"/>
                </a:solidFill>
                <a:latin typeface="Malgun Gothic"/>
                <a:ea typeface="Malgun Gothic"/>
                <a:cs typeface="Malgun Gothic"/>
              </a:defRPr>
            </a:lvl7pPr>
            <a:lvl8pPr algn="l">
              <a:defRPr sz="1875" b="1">
                <a:solidFill>
                  <a:srgbClr val="185AC0"/>
                </a:solidFill>
                <a:latin typeface="Malgun Gothic"/>
                <a:ea typeface="Malgun Gothic"/>
                <a:cs typeface="Malgun Gothic"/>
              </a:defRPr>
            </a:lvl8pPr>
            <a:lvl9pPr algn="l">
              <a:defRPr sz="1875" b="1">
                <a:solidFill>
                  <a:srgbClr val="185AC0"/>
                </a:solidFill>
                <a:latin typeface="Malgun Gothic"/>
                <a:ea typeface="Malgun Gothic"/>
                <a:cs typeface="Malgun Gothic"/>
              </a:defRPr>
            </a:lvl9pPr>
          </a:lstStyle>
          <a:p xmlns:a="http://schemas.openxmlformats.org/drawingml/2006/main">
            <a:pPr algn="l">
              <a:lnSpc>
                <a:spcPct val="115000"/>
              </a:lnSpc>
              <a:buNone/>
              <a:defRPr sz="1875" b="1">
                <a:solidFill>
                  <a:srgbClr val="185AC0"/>
                </a:solidFill>
                <a:latin typeface="Malgun Gothic"/>
                <a:ea typeface="Malgun Gothic"/>
                <a:cs typeface="Malgun Gothic"/>
              </a:defRPr>
            </a:pPr>
            <a:r>
              <a:rPr sz="1875" b="1">
                <a:solidFill>
                  <a:srgbClr val="185AC0"/>
                </a:solidFill>
                <a:latin typeface="Malgun Gothic"/>
                <a:ea typeface="Malgun Gothic"/>
                <a:cs typeface="Malgun Gothic"/>
              </a:rPr>
              <a:t/>
            </a:r>
          </a:p>
        </p:txBody>
      </p:sp>
      <p:sp>
        <p:nvSpPr>
          <p:cNvPr id="16" name="직사각형 15">
            <a:extLst xmlns:a="http://schemas.openxmlformats.org/drawingml/2006/main">
              <a:ext uri="{FF2B5EF4-FFF2-40B4-BE49-F238E27FC236}">
                <a16:creationId xmlns:a16="http://schemas.microsoft.com/office/drawing/2014/main" id="{D2690DAD-BED4-4CD2-988F-585E25024DE6}"/>
              </a:ext>
            </a:extLst>
          </p:cNvPr>
          <p:cNvSpPr>
            <a:spLocks xmlns:a="http://schemas.openxmlformats.org/drawingml/2006/main" noGrp="1"/>
          </p:cNvSpPr>
          <p:nvPr/>
        </p:nvSpPr>
        <p:spPr>
          <a:xfrm xmlns:a="http://schemas.openxmlformats.org/drawingml/2006/main">
            <a:off x="4324350" y="5534025"/>
            <a:ext cx="716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1748A"/>
                </a:solidFill>
                <a:latin typeface="Malgun Gothic"/>
                <a:ea typeface="Malgun Gothic"/>
                <a:cs typeface="Malgun Gothic"/>
              </a:defRPr>
            </a:defPPr>
            <a:lvl1pPr algn="l">
              <a:defRPr sz="1725" b="0">
                <a:solidFill>
                  <a:srgbClr val="61748A"/>
                </a:solidFill>
                <a:latin typeface="Malgun Gothic"/>
                <a:ea typeface="Malgun Gothic"/>
                <a:cs typeface="Malgun Gothic"/>
              </a:defRPr>
            </a:lvl1pPr>
            <a:lvl2pPr algn="l">
              <a:defRPr sz="1725" b="0">
                <a:solidFill>
                  <a:srgbClr val="61748A"/>
                </a:solidFill>
                <a:latin typeface="Malgun Gothic"/>
                <a:ea typeface="Malgun Gothic"/>
                <a:cs typeface="Malgun Gothic"/>
              </a:defRPr>
            </a:lvl2pPr>
            <a:lvl3pPr algn="l">
              <a:defRPr sz="1725" b="0">
                <a:solidFill>
                  <a:srgbClr val="61748A"/>
                </a:solidFill>
                <a:latin typeface="Malgun Gothic"/>
                <a:ea typeface="Malgun Gothic"/>
                <a:cs typeface="Malgun Gothic"/>
              </a:defRPr>
            </a:lvl3pPr>
            <a:lvl4pPr algn="l">
              <a:defRPr sz="1725" b="0">
                <a:solidFill>
                  <a:srgbClr val="61748A"/>
                </a:solidFill>
                <a:latin typeface="Malgun Gothic"/>
                <a:ea typeface="Malgun Gothic"/>
                <a:cs typeface="Malgun Gothic"/>
              </a:defRPr>
            </a:lvl4pPr>
            <a:lvl5pPr algn="l">
              <a:defRPr sz="1725" b="0">
                <a:solidFill>
                  <a:srgbClr val="61748A"/>
                </a:solidFill>
                <a:latin typeface="Malgun Gothic"/>
                <a:ea typeface="Malgun Gothic"/>
                <a:cs typeface="Malgun Gothic"/>
              </a:defRPr>
            </a:lvl5pPr>
            <a:lvl6pPr algn="l">
              <a:defRPr sz="1725" b="0">
                <a:solidFill>
                  <a:srgbClr val="61748A"/>
                </a:solidFill>
                <a:latin typeface="Malgun Gothic"/>
                <a:ea typeface="Malgun Gothic"/>
                <a:cs typeface="Malgun Gothic"/>
              </a:defRPr>
            </a:lvl6pPr>
            <a:lvl7pPr algn="l">
              <a:defRPr sz="1725" b="0">
                <a:solidFill>
                  <a:srgbClr val="61748A"/>
                </a:solidFill>
                <a:latin typeface="Malgun Gothic"/>
                <a:ea typeface="Malgun Gothic"/>
                <a:cs typeface="Malgun Gothic"/>
              </a:defRPr>
            </a:lvl7pPr>
            <a:lvl8pPr algn="l">
              <a:defRPr sz="1725" b="0">
                <a:solidFill>
                  <a:srgbClr val="61748A"/>
                </a:solidFill>
                <a:latin typeface="Malgun Gothic"/>
                <a:ea typeface="Malgun Gothic"/>
                <a:cs typeface="Malgun Gothic"/>
              </a:defRPr>
            </a:lvl8pPr>
            <a:lvl9pPr algn="l">
              <a:defRPr sz="1725" b="0">
                <a:solidFill>
                  <a:srgbClr val="61748A"/>
                </a:solidFill>
                <a:latin typeface="Malgun Gothic"/>
                <a:ea typeface="Malgun Gothic"/>
                <a:cs typeface="Malgun Gothic"/>
              </a:defRPr>
            </a:lvl9pPr>
          </a:lstStyle>
          <a:p xmlns:a="http://schemas.openxmlformats.org/drawingml/2006/main">
            <a:pPr algn="l">
              <a:lnSpc>
                <a:spcPct val="115000"/>
              </a:lnSpc>
              <a:buNone/>
              <a:defRPr sz="1725" b="0">
                <a:solidFill>
                  <a:srgbClr val="61748A"/>
                </a:solidFill>
                <a:latin typeface="Malgun Gothic"/>
                <a:ea typeface="Malgun Gothic"/>
                <a:cs typeface="Malgun Gothic"/>
              </a:defRPr>
            </a:pPr>
            <a:r>
              <a:rPr sz="1725" b="0">
                <a:solidFill>
                  <a:srgbClr val="61748A"/>
                </a:solidFill>
                <a:latin typeface="Malgun Gothic"/>
                <a:ea typeface="Malgun Gothic"/>
                <a:cs typeface="Malgun Gothic"/>
              </a:rPr>
              <a:t/>
            </a:r>
          </a:p>
        </p:txBody>
      </p:sp>
      <p:sp>
        <p:nvSpPr>
          <p:cNvPr id="18" name="">
            <a:extLst xmlns:a="http://schemas.openxmlformats.org/drawingml/2006/main">
              <a:ext uri="{FF2B5EF4-FFF2-40B4-BE49-F238E27FC236}">
                <a16:creationId xmlns:a16="http://schemas.microsoft.com/office/drawing/2014/main" id="{A62CC9D8-4AB7-44F4-B19E-4AE7A1E7E07E}"/>
              </a:ext>
            </a:extLst>
          </p:cNvPr>
          <p:cNvSpPr>
            <a:spLocks xmlns:a="http://schemas.openxmlformats.org/drawingml/2006/main" noGrp="1"/>
          </p:cNvSpPr>
          <p:nvPr/>
        </p:nvSpPr>
        <p:spPr>
          <a:xfrm xmlns:a="http://schemas.openxmlformats.org/drawingml/2006/main">
            <a:off x="609600" y="2114550"/>
            <a:ext cx="3571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D223F"/>
                </a:solidFill>
                <a:latin typeface="Malgun Gothic"/>
                <a:ea typeface="Malgun Gothic"/>
                <a:cs typeface="Malgun Gothic"/>
              </a:defRPr>
            </a:defPPr>
            <a:lvl1pPr algn="l">
              <a:defRPr sz="2100" b="1">
                <a:solidFill>
                  <a:srgbClr val="0D223F"/>
                </a:solidFill>
                <a:latin typeface="Malgun Gothic"/>
                <a:ea typeface="Malgun Gothic"/>
                <a:cs typeface="Malgun Gothic"/>
              </a:defRPr>
            </a:lvl1pPr>
            <a:lvl2pPr algn="l">
              <a:defRPr sz="2100" b="1">
                <a:solidFill>
                  <a:srgbClr val="0D223F"/>
                </a:solidFill>
                <a:latin typeface="Malgun Gothic"/>
                <a:ea typeface="Malgun Gothic"/>
                <a:cs typeface="Malgun Gothic"/>
              </a:defRPr>
            </a:lvl2pPr>
            <a:lvl3pPr algn="l">
              <a:defRPr sz="2100" b="1">
                <a:solidFill>
                  <a:srgbClr val="0D223F"/>
                </a:solidFill>
                <a:latin typeface="Malgun Gothic"/>
                <a:ea typeface="Malgun Gothic"/>
                <a:cs typeface="Malgun Gothic"/>
              </a:defRPr>
            </a:lvl3pPr>
            <a:lvl4pPr algn="l">
              <a:defRPr sz="2100" b="1">
                <a:solidFill>
                  <a:srgbClr val="0D223F"/>
                </a:solidFill>
                <a:latin typeface="Malgun Gothic"/>
                <a:ea typeface="Malgun Gothic"/>
                <a:cs typeface="Malgun Gothic"/>
              </a:defRPr>
            </a:lvl4pPr>
            <a:lvl5pPr algn="l">
              <a:defRPr sz="2100" b="1">
                <a:solidFill>
                  <a:srgbClr val="0D223F"/>
                </a:solidFill>
                <a:latin typeface="Malgun Gothic"/>
                <a:ea typeface="Malgun Gothic"/>
                <a:cs typeface="Malgun Gothic"/>
              </a:defRPr>
            </a:lvl5pPr>
            <a:lvl6pPr algn="l">
              <a:defRPr sz="2100" b="1">
                <a:solidFill>
                  <a:srgbClr val="0D223F"/>
                </a:solidFill>
                <a:latin typeface="Malgun Gothic"/>
                <a:ea typeface="Malgun Gothic"/>
                <a:cs typeface="Malgun Gothic"/>
              </a:defRPr>
            </a:lvl6pPr>
            <a:lvl7pPr algn="l">
              <a:defRPr sz="2100" b="1">
                <a:solidFill>
                  <a:srgbClr val="0D223F"/>
                </a:solidFill>
                <a:latin typeface="Malgun Gothic"/>
                <a:ea typeface="Malgun Gothic"/>
                <a:cs typeface="Malgun Gothic"/>
              </a:defRPr>
            </a:lvl7pPr>
            <a:lvl8pPr algn="l">
              <a:defRPr sz="2100" b="1">
                <a:solidFill>
                  <a:srgbClr val="0D223F"/>
                </a:solidFill>
                <a:latin typeface="Malgun Gothic"/>
                <a:ea typeface="Malgun Gothic"/>
                <a:cs typeface="Malgun Gothic"/>
              </a:defRPr>
            </a:lvl8pPr>
            <a:lvl9pPr algn="l">
              <a:defRPr sz="2100" b="1">
                <a:solidFill>
                  <a:srgbClr val="0D223F"/>
                </a:solidFill>
                <a:latin typeface="Malgun Gothic"/>
                <a:ea typeface="Malgun Gothic"/>
                <a:cs typeface="Malgun Gothic"/>
              </a:defRPr>
            </a:lvl9pPr>
          </a:lstStyle>
          <a:p xmlns:a="http://schemas.openxmlformats.org/drawingml/2006/main">
            <a:pPr algn="l">
              <a:lnSpc>
                <a:spcPct val="115000"/>
              </a:lnSpc>
              <a:buNone/>
              <a:defRPr sz="2100" b="1">
                <a:solidFill>
                  <a:srgbClr val="0D223F"/>
                </a:solidFill>
                <a:latin typeface="Malgun Gothic"/>
                <a:ea typeface="Malgun Gothic"/>
                <a:cs typeface="Malgun Gothic"/>
              </a:defRPr>
            </a:pPr>
            <a:r>
              <a:rPr sz="2100" b="1">
                <a:solidFill>
                  <a:srgbClr val="0D223F"/>
                </a:solidFill>
                <a:latin typeface="Malgun Gothic"/>
                <a:ea typeface="Malgun Gothic"/>
                <a:cs typeface="Malgun Gothic"/>
              </a:rPr>
              <a:t>설비 데이터 수집</a:t>
            </a:r>
          </a:p>
        </p:txBody>
      </p:sp>
      <p:sp>
        <p:nvSpPr>
          <p:cNvPr id="19" name="">
            <a:extLst xmlns:a="http://schemas.openxmlformats.org/drawingml/2006/main">
              <a:ext uri="{FF2B5EF4-FFF2-40B4-BE49-F238E27FC236}">
                <a16:creationId xmlns:a16="http://schemas.microsoft.com/office/drawing/2014/main" id="{28B9CE0B-A7B6-4F6C-B1CE-933A56DB8A71}"/>
              </a:ext>
            </a:extLst>
          </p:cNvPr>
          <p:cNvSpPr>
            <a:spLocks xmlns:a="http://schemas.openxmlformats.org/drawingml/2006/main" noGrp="1"/>
          </p:cNvSpPr>
          <p:nvPr/>
        </p:nvSpPr>
        <p:spPr>
          <a:xfrm xmlns:a="http://schemas.openxmlformats.org/drawingml/2006/main">
            <a:off x="4324350" y="2114550"/>
            <a:ext cx="714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85AC0"/>
                </a:solidFill>
                <a:latin typeface="Malgun Gothic"/>
                <a:ea typeface="Malgun Gothic"/>
                <a:cs typeface="Malgun Gothic"/>
              </a:defRPr>
            </a:defPPr>
            <a:lvl1pPr algn="l">
              <a:defRPr sz="1875" b="1">
                <a:solidFill>
                  <a:srgbClr val="185AC0"/>
                </a:solidFill>
                <a:latin typeface="Malgun Gothic"/>
                <a:ea typeface="Malgun Gothic"/>
                <a:cs typeface="Malgun Gothic"/>
              </a:defRPr>
            </a:lvl1pPr>
            <a:lvl2pPr algn="l">
              <a:defRPr sz="1875" b="1">
                <a:solidFill>
                  <a:srgbClr val="185AC0"/>
                </a:solidFill>
                <a:latin typeface="Malgun Gothic"/>
                <a:ea typeface="Malgun Gothic"/>
                <a:cs typeface="Malgun Gothic"/>
              </a:defRPr>
            </a:lvl2pPr>
            <a:lvl3pPr algn="l">
              <a:defRPr sz="1875" b="1">
                <a:solidFill>
                  <a:srgbClr val="185AC0"/>
                </a:solidFill>
                <a:latin typeface="Malgun Gothic"/>
                <a:ea typeface="Malgun Gothic"/>
                <a:cs typeface="Malgun Gothic"/>
              </a:defRPr>
            </a:lvl3pPr>
            <a:lvl4pPr algn="l">
              <a:defRPr sz="1875" b="1">
                <a:solidFill>
                  <a:srgbClr val="185AC0"/>
                </a:solidFill>
                <a:latin typeface="Malgun Gothic"/>
                <a:ea typeface="Malgun Gothic"/>
                <a:cs typeface="Malgun Gothic"/>
              </a:defRPr>
            </a:lvl4pPr>
            <a:lvl5pPr algn="l">
              <a:defRPr sz="1875" b="1">
                <a:solidFill>
                  <a:srgbClr val="185AC0"/>
                </a:solidFill>
                <a:latin typeface="Malgun Gothic"/>
                <a:ea typeface="Malgun Gothic"/>
                <a:cs typeface="Malgun Gothic"/>
              </a:defRPr>
            </a:lvl5pPr>
            <a:lvl6pPr algn="l">
              <a:defRPr sz="1875" b="1">
                <a:solidFill>
                  <a:srgbClr val="185AC0"/>
                </a:solidFill>
                <a:latin typeface="Malgun Gothic"/>
                <a:ea typeface="Malgun Gothic"/>
                <a:cs typeface="Malgun Gothic"/>
              </a:defRPr>
            </a:lvl6pPr>
            <a:lvl7pPr algn="l">
              <a:defRPr sz="1875" b="1">
                <a:solidFill>
                  <a:srgbClr val="185AC0"/>
                </a:solidFill>
                <a:latin typeface="Malgun Gothic"/>
                <a:ea typeface="Malgun Gothic"/>
                <a:cs typeface="Malgun Gothic"/>
              </a:defRPr>
            </a:lvl7pPr>
            <a:lvl8pPr algn="l">
              <a:defRPr sz="1875" b="1">
                <a:solidFill>
                  <a:srgbClr val="185AC0"/>
                </a:solidFill>
                <a:latin typeface="Malgun Gothic"/>
                <a:ea typeface="Malgun Gothic"/>
                <a:cs typeface="Malgun Gothic"/>
              </a:defRPr>
            </a:lvl8pPr>
            <a:lvl9pPr algn="l">
              <a:defRPr sz="1875" b="1">
                <a:solidFill>
                  <a:srgbClr val="185AC0"/>
                </a:solidFill>
                <a:latin typeface="Malgun Gothic"/>
                <a:ea typeface="Malgun Gothic"/>
                <a:cs typeface="Malgun Gothic"/>
              </a:defRPr>
            </a:lvl9pPr>
          </a:lstStyle>
          <a:p xmlns:a="http://schemas.openxmlformats.org/drawingml/2006/main">
            <a:pPr algn="l">
              <a:lnSpc>
                <a:spcPct val="115000"/>
              </a:lnSpc>
              <a:buNone/>
              <a:defRPr sz="1875" b="1">
                <a:solidFill>
                  <a:srgbClr val="185AC0"/>
                </a:solidFill>
                <a:latin typeface="Malgun Gothic"/>
                <a:ea typeface="Malgun Gothic"/>
                <a:cs typeface="Malgun Gothic"/>
              </a:defRPr>
            </a:pPr>
            <a:r>
              <a:rPr sz="1875" b="1">
                <a:solidFill>
                  <a:srgbClr val="185AC0"/>
                </a:solidFill>
                <a:latin typeface="Malgun Gothic"/>
                <a:ea typeface="Malgun Gothic"/>
                <a:cs typeface="Malgun Gothic"/>
              </a:rPr>
              <a:t>JCore</a:t>
            </a:r>
          </a:p>
        </p:txBody>
      </p:sp>
      <p:sp>
        <p:nvSpPr>
          <p:cNvPr id="20" name="">
            <a:extLst xmlns:a="http://schemas.openxmlformats.org/drawingml/2006/main">
              <a:ext uri="{FF2B5EF4-FFF2-40B4-BE49-F238E27FC236}">
                <a16:creationId xmlns:a16="http://schemas.microsoft.com/office/drawing/2014/main" id="{7646D7E0-637E-4793-A7DD-98C4AC2A2AF9}"/>
              </a:ext>
            </a:extLst>
          </p:cNvPr>
          <p:cNvSpPr>
            <a:spLocks xmlns:a="http://schemas.openxmlformats.org/drawingml/2006/main" noGrp="1"/>
          </p:cNvSpPr>
          <p:nvPr/>
        </p:nvSpPr>
        <p:spPr>
          <a:xfrm xmlns:a="http://schemas.openxmlformats.org/drawingml/2006/main">
            <a:off x="4324350" y="2466975"/>
            <a:ext cx="716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1748A"/>
                </a:solidFill>
                <a:latin typeface="Malgun Gothic"/>
                <a:ea typeface="Malgun Gothic"/>
                <a:cs typeface="Malgun Gothic"/>
              </a:defRPr>
            </a:defPPr>
            <a:lvl1pPr algn="l">
              <a:defRPr sz="1650" b="0">
                <a:solidFill>
                  <a:srgbClr val="61748A"/>
                </a:solidFill>
                <a:latin typeface="Malgun Gothic"/>
                <a:ea typeface="Malgun Gothic"/>
                <a:cs typeface="Malgun Gothic"/>
              </a:defRPr>
            </a:lvl1pPr>
            <a:lvl2pPr algn="l">
              <a:defRPr sz="1650" b="0">
                <a:solidFill>
                  <a:srgbClr val="61748A"/>
                </a:solidFill>
                <a:latin typeface="Malgun Gothic"/>
                <a:ea typeface="Malgun Gothic"/>
                <a:cs typeface="Malgun Gothic"/>
              </a:defRPr>
            </a:lvl2pPr>
            <a:lvl3pPr algn="l">
              <a:defRPr sz="1650" b="0">
                <a:solidFill>
                  <a:srgbClr val="61748A"/>
                </a:solidFill>
                <a:latin typeface="Malgun Gothic"/>
                <a:ea typeface="Malgun Gothic"/>
                <a:cs typeface="Malgun Gothic"/>
              </a:defRPr>
            </a:lvl3pPr>
            <a:lvl4pPr algn="l">
              <a:defRPr sz="1650" b="0">
                <a:solidFill>
                  <a:srgbClr val="61748A"/>
                </a:solidFill>
                <a:latin typeface="Malgun Gothic"/>
                <a:ea typeface="Malgun Gothic"/>
                <a:cs typeface="Malgun Gothic"/>
              </a:defRPr>
            </a:lvl4pPr>
            <a:lvl5pPr algn="l">
              <a:defRPr sz="1650" b="0">
                <a:solidFill>
                  <a:srgbClr val="61748A"/>
                </a:solidFill>
                <a:latin typeface="Malgun Gothic"/>
                <a:ea typeface="Malgun Gothic"/>
                <a:cs typeface="Malgun Gothic"/>
              </a:defRPr>
            </a:lvl5pPr>
            <a:lvl6pPr algn="l">
              <a:defRPr sz="1650" b="0">
                <a:solidFill>
                  <a:srgbClr val="61748A"/>
                </a:solidFill>
                <a:latin typeface="Malgun Gothic"/>
                <a:ea typeface="Malgun Gothic"/>
                <a:cs typeface="Malgun Gothic"/>
              </a:defRPr>
            </a:lvl6pPr>
            <a:lvl7pPr algn="l">
              <a:defRPr sz="1650" b="0">
                <a:solidFill>
                  <a:srgbClr val="61748A"/>
                </a:solidFill>
                <a:latin typeface="Malgun Gothic"/>
                <a:ea typeface="Malgun Gothic"/>
                <a:cs typeface="Malgun Gothic"/>
              </a:defRPr>
            </a:lvl7pPr>
            <a:lvl8pPr algn="l">
              <a:defRPr sz="1650" b="0">
                <a:solidFill>
                  <a:srgbClr val="61748A"/>
                </a:solidFill>
                <a:latin typeface="Malgun Gothic"/>
                <a:ea typeface="Malgun Gothic"/>
                <a:cs typeface="Malgun Gothic"/>
              </a:defRPr>
            </a:lvl8pPr>
            <a:lvl9pPr algn="l">
              <a:defRPr sz="1650" b="0">
                <a:solidFill>
                  <a:srgbClr val="61748A"/>
                </a:solidFill>
                <a:latin typeface="Malgun Gothic"/>
                <a:ea typeface="Malgun Gothic"/>
                <a:cs typeface="Malgun Gothic"/>
              </a:defRPr>
            </a:lvl9pPr>
          </a:lstStyle>
          <a:p xmlns:a="http://schemas.openxmlformats.org/drawingml/2006/main">
            <a:pPr algn="l">
              <a:lnSpc>
                <a:spcPct val="115000"/>
              </a:lnSpc>
              <a:buNone/>
              <a:defRPr sz="1650" b="0">
                <a:solidFill>
                  <a:srgbClr val="61748A"/>
                </a:solidFill>
                <a:latin typeface="Malgun Gothic"/>
                <a:ea typeface="Malgun Gothic"/>
                <a:cs typeface="Malgun Gothic"/>
              </a:defRPr>
            </a:pPr>
            <a:r>
              <a:rPr sz="1650" b="0">
                <a:solidFill>
                  <a:srgbClr val="61748A"/>
                </a:solidFill>
                <a:latin typeface="Malgun Gothic"/>
                <a:ea typeface="Malgun Gothic"/>
                <a:cs typeface="Malgun Gothic"/>
              </a:rPr>
              <a:t>PLC 데이터를 공통 태그로 구성하고 응용 시스템에 연결합니다.</a:t>
            </a:r>
          </a:p>
        </p:txBody>
      </p:sp>
      <p:sp>
        <p:nvSpPr>
          <p:cNvPr id="21" name="">
            <a:extLst xmlns:a="http://schemas.openxmlformats.org/drawingml/2006/main">
              <a:ext uri="{FF2B5EF4-FFF2-40B4-BE49-F238E27FC236}">
                <a16:creationId xmlns:a16="http://schemas.microsoft.com/office/drawing/2014/main" id="{5FE157BB-67C1-4159-B623-6D719F289A46}"/>
              </a:ext>
            </a:extLst>
          </p:cNvPr>
          <p:cNvSpPr>
            <a:spLocks xmlns:a="http://schemas.openxmlformats.org/drawingml/2006/main" noGrp="1"/>
          </p:cNvSpPr>
          <p:nvPr/>
        </p:nvSpPr>
        <p:spPr>
          <a:xfrm xmlns:a="http://schemas.openxmlformats.org/drawingml/2006/main">
            <a:off x="609600" y="2924175"/>
            <a:ext cx="3571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D223F"/>
                </a:solidFill>
                <a:latin typeface="Malgun Gothic"/>
                <a:ea typeface="Malgun Gothic"/>
                <a:cs typeface="Malgun Gothic"/>
              </a:defRPr>
            </a:defPPr>
            <a:lvl1pPr algn="l">
              <a:defRPr sz="2100" b="1">
                <a:solidFill>
                  <a:srgbClr val="0D223F"/>
                </a:solidFill>
                <a:latin typeface="Malgun Gothic"/>
                <a:ea typeface="Malgun Gothic"/>
                <a:cs typeface="Malgun Gothic"/>
              </a:defRPr>
            </a:lvl1pPr>
            <a:lvl2pPr algn="l">
              <a:defRPr sz="2100" b="1">
                <a:solidFill>
                  <a:srgbClr val="0D223F"/>
                </a:solidFill>
                <a:latin typeface="Malgun Gothic"/>
                <a:ea typeface="Malgun Gothic"/>
                <a:cs typeface="Malgun Gothic"/>
              </a:defRPr>
            </a:lvl2pPr>
            <a:lvl3pPr algn="l">
              <a:defRPr sz="2100" b="1">
                <a:solidFill>
                  <a:srgbClr val="0D223F"/>
                </a:solidFill>
                <a:latin typeface="Malgun Gothic"/>
                <a:ea typeface="Malgun Gothic"/>
                <a:cs typeface="Malgun Gothic"/>
              </a:defRPr>
            </a:lvl3pPr>
            <a:lvl4pPr algn="l">
              <a:defRPr sz="2100" b="1">
                <a:solidFill>
                  <a:srgbClr val="0D223F"/>
                </a:solidFill>
                <a:latin typeface="Malgun Gothic"/>
                <a:ea typeface="Malgun Gothic"/>
                <a:cs typeface="Malgun Gothic"/>
              </a:defRPr>
            </a:lvl4pPr>
            <a:lvl5pPr algn="l">
              <a:defRPr sz="2100" b="1">
                <a:solidFill>
                  <a:srgbClr val="0D223F"/>
                </a:solidFill>
                <a:latin typeface="Malgun Gothic"/>
                <a:ea typeface="Malgun Gothic"/>
                <a:cs typeface="Malgun Gothic"/>
              </a:defRPr>
            </a:lvl5pPr>
            <a:lvl6pPr algn="l">
              <a:defRPr sz="2100" b="1">
                <a:solidFill>
                  <a:srgbClr val="0D223F"/>
                </a:solidFill>
                <a:latin typeface="Malgun Gothic"/>
                <a:ea typeface="Malgun Gothic"/>
                <a:cs typeface="Malgun Gothic"/>
              </a:defRPr>
            </a:lvl6pPr>
            <a:lvl7pPr algn="l">
              <a:defRPr sz="2100" b="1">
                <a:solidFill>
                  <a:srgbClr val="0D223F"/>
                </a:solidFill>
                <a:latin typeface="Malgun Gothic"/>
                <a:ea typeface="Malgun Gothic"/>
                <a:cs typeface="Malgun Gothic"/>
              </a:defRPr>
            </a:lvl7pPr>
            <a:lvl8pPr algn="l">
              <a:defRPr sz="2100" b="1">
                <a:solidFill>
                  <a:srgbClr val="0D223F"/>
                </a:solidFill>
                <a:latin typeface="Malgun Gothic"/>
                <a:ea typeface="Malgun Gothic"/>
                <a:cs typeface="Malgun Gothic"/>
              </a:defRPr>
            </a:lvl8pPr>
            <a:lvl9pPr algn="l">
              <a:defRPr sz="2100" b="1">
                <a:solidFill>
                  <a:srgbClr val="0D223F"/>
                </a:solidFill>
                <a:latin typeface="Malgun Gothic"/>
                <a:ea typeface="Malgun Gothic"/>
                <a:cs typeface="Malgun Gothic"/>
              </a:defRPr>
            </a:lvl9pPr>
          </a:lstStyle>
          <a:p xmlns:a="http://schemas.openxmlformats.org/drawingml/2006/main">
            <a:pPr algn="l">
              <a:lnSpc>
                <a:spcPct val="115000"/>
              </a:lnSpc>
              <a:buNone/>
              <a:defRPr sz="2100" b="1">
                <a:solidFill>
                  <a:srgbClr val="0D223F"/>
                </a:solidFill>
                <a:latin typeface="Malgun Gothic"/>
                <a:ea typeface="Malgun Gothic"/>
                <a:cs typeface="Malgun Gothic"/>
              </a:defRPr>
            </a:pPr>
            <a:r>
              <a:rPr sz="2100" b="1">
                <a:solidFill>
                  <a:srgbClr val="0D223F"/>
                </a:solidFill>
                <a:latin typeface="Malgun Gothic"/>
                <a:ea typeface="Malgun Gothic"/>
                <a:cs typeface="Malgun Gothic"/>
              </a:rPr>
              <a:t>운영 화면 구축</a:t>
            </a:r>
          </a:p>
        </p:txBody>
      </p:sp>
      <p:sp>
        <p:nvSpPr>
          <p:cNvPr id="22" name="">
            <a:extLst xmlns:a="http://schemas.openxmlformats.org/drawingml/2006/main">
              <a:ext uri="{FF2B5EF4-FFF2-40B4-BE49-F238E27FC236}">
                <a16:creationId xmlns:a16="http://schemas.microsoft.com/office/drawing/2014/main" id="{C04A878C-756D-443A-8C0B-5F50AD620230}"/>
              </a:ext>
            </a:extLst>
          </p:cNvPr>
          <p:cNvSpPr>
            <a:spLocks xmlns:a="http://schemas.openxmlformats.org/drawingml/2006/main" noGrp="1"/>
          </p:cNvSpPr>
          <p:nvPr/>
        </p:nvSpPr>
        <p:spPr>
          <a:xfrm xmlns:a="http://schemas.openxmlformats.org/drawingml/2006/main">
            <a:off x="4324350" y="2924175"/>
            <a:ext cx="714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85AC0"/>
                </a:solidFill>
                <a:latin typeface="Malgun Gothic"/>
                <a:ea typeface="Malgun Gothic"/>
                <a:cs typeface="Malgun Gothic"/>
              </a:defRPr>
            </a:defPPr>
            <a:lvl1pPr algn="l">
              <a:defRPr sz="1875" b="1">
                <a:solidFill>
                  <a:srgbClr val="185AC0"/>
                </a:solidFill>
                <a:latin typeface="Malgun Gothic"/>
                <a:ea typeface="Malgun Gothic"/>
                <a:cs typeface="Malgun Gothic"/>
              </a:defRPr>
            </a:lvl1pPr>
            <a:lvl2pPr algn="l">
              <a:defRPr sz="1875" b="1">
                <a:solidFill>
                  <a:srgbClr val="185AC0"/>
                </a:solidFill>
                <a:latin typeface="Malgun Gothic"/>
                <a:ea typeface="Malgun Gothic"/>
                <a:cs typeface="Malgun Gothic"/>
              </a:defRPr>
            </a:lvl2pPr>
            <a:lvl3pPr algn="l">
              <a:defRPr sz="1875" b="1">
                <a:solidFill>
                  <a:srgbClr val="185AC0"/>
                </a:solidFill>
                <a:latin typeface="Malgun Gothic"/>
                <a:ea typeface="Malgun Gothic"/>
                <a:cs typeface="Malgun Gothic"/>
              </a:defRPr>
            </a:lvl3pPr>
            <a:lvl4pPr algn="l">
              <a:defRPr sz="1875" b="1">
                <a:solidFill>
                  <a:srgbClr val="185AC0"/>
                </a:solidFill>
                <a:latin typeface="Malgun Gothic"/>
                <a:ea typeface="Malgun Gothic"/>
                <a:cs typeface="Malgun Gothic"/>
              </a:defRPr>
            </a:lvl4pPr>
            <a:lvl5pPr algn="l">
              <a:defRPr sz="1875" b="1">
                <a:solidFill>
                  <a:srgbClr val="185AC0"/>
                </a:solidFill>
                <a:latin typeface="Malgun Gothic"/>
                <a:ea typeface="Malgun Gothic"/>
                <a:cs typeface="Malgun Gothic"/>
              </a:defRPr>
            </a:lvl5pPr>
            <a:lvl6pPr algn="l">
              <a:defRPr sz="1875" b="1">
                <a:solidFill>
                  <a:srgbClr val="185AC0"/>
                </a:solidFill>
                <a:latin typeface="Malgun Gothic"/>
                <a:ea typeface="Malgun Gothic"/>
                <a:cs typeface="Malgun Gothic"/>
              </a:defRPr>
            </a:lvl6pPr>
            <a:lvl7pPr algn="l">
              <a:defRPr sz="1875" b="1">
                <a:solidFill>
                  <a:srgbClr val="185AC0"/>
                </a:solidFill>
                <a:latin typeface="Malgun Gothic"/>
                <a:ea typeface="Malgun Gothic"/>
                <a:cs typeface="Malgun Gothic"/>
              </a:defRPr>
            </a:lvl7pPr>
            <a:lvl8pPr algn="l">
              <a:defRPr sz="1875" b="1">
                <a:solidFill>
                  <a:srgbClr val="185AC0"/>
                </a:solidFill>
                <a:latin typeface="Malgun Gothic"/>
                <a:ea typeface="Malgun Gothic"/>
                <a:cs typeface="Malgun Gothic"/>
              </a:defRPr>
            </a:lvl8pPr>
            <a:lvl9pPr algn="l">
              <a:defRPr sz="1875" b="1">
                <a:solidFill>
                  <a:srgbClr val="185AC0"/>
                </a:solidFill>
                <a:latin typeface="Malgun Gothic"/>
                <a:ea typeface="Malgun Gothic"/>
                <a:cs typeface="Malgun Gothic"/>
              </a:defRPr>
            </a:lvl9pPr>
          </a:lstStyle>
          <a:p xmlns:a="http://schemas.openxmlformats.org/drawingml/2006/main">
            <a:pPr algn="l">
              <a:lnSpc>
                <a:spcPct val="115000"/>
              </a:lnSpc>
              <a:buNone/>
              <a:defRPr sz="1875" b="1">
                <a:solidFill>
                  <a:srgbClr val="185AC0"/>
                </a:solidFill>
                <a:latin typeface="Malgun Gothic"/>
                <a:ea typeface="Malgun Gothic"/>
                <a:cs typeface="Malgun Gothic"/>
              </a:defRPr>
            </a:pPr>
            <a:r>
              <a:rPr sz="1875" b="1">
                <a:solidFill>
                  <a:srgbClr val="185AC0"/>
                </a:solidFill>
                <a:latin typeface="Malgun Gothic"/>
                <a:ea typeface="Malgun Gothic"/>
                <a:cs typeface="Malgun Gothic"/>
              </a:rPr>
              <a:t>JCore + JView</a:t>
            </a:r>
          </a:p>
        </p:txBody>
      </p:sp>
      <p:sp>
        <p:nvSpPr>
          <p:cNvPr id="23" name="">
            <a:extLst xmlns:a="http://schemas.openxmlformats.org/drawingml/2006/main">
              <a:ext uri="{FF2B5EF4-FFF2-40B4-BE49-F238E27FC236}">
                <a16:creationId xmlns:a16="http://schemas.microsoft.com/office/drawing/2014/main" id="{45B404FD-D015-423D-8ABA-06FF7F4D875E}"/>
              </a:ext>
            </a:extLst>
          </p:cNvPr>
          <p:cNvSpPr>
            <a:spLocks xmlns:a="http://schemas.openxmlformats.org/drawingml/2006/main" noGrp="1"/>
          </p:cNvSpPr>
          <p:nvPr/>
        </p:nvSpPr>
        <p:spPr>
          <a:xfrm xmlns:a="http://schemas.openxmlformats.org/drawingml/2006/main">
            <a:off x="4324350" y="3276600"/>
            <a:ext cx="716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1748A"/>
                </a:solidFill>
                <a:latin typeface="Malgun Gothic"/>
                <a:ea typeface="Malgun Gothic"/>
                <a:cs typeface="Malgun Gothic"/>
              </a:defRPr>
            </a:defPPr>
            <a:lvl1pPr algn="l">
              <a:defRPr sz="1650" b="0">
                <a:solidFill>
                  <a:srgbClr val="61748A"/>
                </a:solidFill>
                <a:latin typeface="Malgun Gothic"/>
                <a:ea typeface="Malgun Gothic"/>
                <a:cs typeface="Malgun Gothic"/>
              </a:defRPr>
            </a:lvl1pPr>
            <a:lvl2pPr algn="l">
              <a:defRPr sz="1650" b="0">
                <a:solidFill>
                  <a:srgbClr val="61748A"/>
                </a:solidFill>
                <a:latin typeface="Malgun Gothic"/>
                <a:ea typeface="Malgun Gothic"/>
                <a:cs typeface="Malgun Gothic"/>
              </a:defRPr>
            </a:lvl2pPr>
            <a:lvl3pPr algn="l">
              <a:defRPr sz="1650" b="0">
                <a:solidFill>
                  <a:srgbClr val="61748A"/>
                </a:solidFill>
                <a:latin typeface="Malgun Gothic"/>
                <a:ea typeface="Malgun Gothic"/>
                <a:cs typeface="Malgun Gothic"/>
              </a:defRPr>
            </a:lvl3pPr>
            <a:lvl4pPr algn="l">
              <a:defRPr sz="1650" b="0">
                <a:solidFill>
                  <a:srgbClr val="61748A"/>
                </a:solidFill>
                <a:latin typeface="Malgun Gothic"/>
                <a:ea typeface="Malgun Gothic"/>
                <a:cs typeface="Malgun Gothic"/>
              </a:defRPr>
            </a:lvl4pPr>
            <a:lvl5pPr algn="l">
              <a:defRPr sz="1650" b="0">
                <a:solidFill>
                  <a:srgbClr val="61748A"/>
                </a:solidFill>
                <a:latin typeface="Malgun Gothic"/>
                <a:ea typeface="Malgun Gothic"/>
                <a:cs typeface="Malgun Gothic"/>
              </a:defRPr>
            </a:lvl5pPr>
            <a:lvl6pPr algn="l">
              <a:defRPr sz="1650" b="0">
                <a:solidFill>
                  <a:srgbClr val="61748A"/>
                </a:solidFill>
                <a:latin typeface="Malgun Gothic"/>
                <a:ea typeface="Malgun Gothic"/>
                <a:cs typeface="Malgun Gothic"/>
              </a:defRPr>
            </a:lvl6pPr>
            <a:lvl7pPr algn="l">
              <a:defRPr sz="1650" b="0">
                <a:solidFill>
                  <a:srgbClr val="61748A"/>
                </a:solidFill>
                <a:latin typeface="Malgun Gothic"/>
                <a:ea typeface="Malgun Gothic"/>
                <a:cs typeface="Malgun Gothic"/>
              </a:defRPr>
            </a:lvl7pPr>
            <a:lvl8pPr algn="l">
              <a:defRPr sz="1650" b="0">
                <a:solidFill>
                  <a:srgbClr val="61748A"/>
                </a:solidFill>
                <a:latin typeface="Malgun Gothic"/>
                <a:ea typeface="Malgun Gothic"/>
                <a:cs typeface="Malgun Gothic"/>
              </a:defRPr>
            </a:lvl8pPr>
            <a:lvl9pPr algn="l">
              <a:defRPr sz="1650" b="0">
                <a:solidFill>
                  <a:srgbClr val="61748A"/>
                </a:solidFill>
                <a:latin typeface="Malgun Gothic"/>
                <a:ea typeface="Malgun Gothic"/>
                <a:cs typeface="Malgun Gothic"/>
              </a:defRPr>
            </a:lvl9pPr>
          </a:lstStyle>
          <a:p xmlns:a="http://schemas.openxmlformats.org/drawingml/2006/main">
            <a:pPr algn="l">
              <a:lnSpc>
                <a:spcPct val="115000"/>
              </a:lnSpc>
              <a:buNone/>
              <a:defRPr sz="1650" b="0">
                <a:solidFill>
                  <a:srgbClr val="61748A"/>
                </a:solidFill>
                <a:latin typeface="Malgun Gothic"/>
                <a:ea typeface="Malgun Gothic"/>
                <a:cs typeface="Malgun Gothic"/>
              </a:defRPr>
            </a:pPr>
            <a:r>
              <a:rPr sz="1650" b="0">
                <a:solidFill>
                  <a:srgbClr val="61748A"/>
                </a:solidFill>
                <a:latin typeface="Malgun Gothic"/>
                <a:ea typeface="Malgun Gothic"/>
                <a:cs typeface="Malgun Gothic"/>
              </a:rPr>
              <a:t>웹에서 설비 상태를 확인하고 알람·트렌드를 조회합니다.</a:t>
            </a:r>
          </a:p>
        </p:txBody>
      </p:sp>
      <p:sp>
        <p:nvSpPr>
          <p:cNvPr id="24" name="">
            <a:extLst xmlns:a="http://schemas.openxmlformats.org/drawingml/2006/main">
              <a:ext uri="{FF2B5EF4-FFF2-40B4-BE49-F238E27FC236}">
                <a16:creationId xmlns:a16="http://schemas.microsoft.com/office/drawing/2014/main" id="{D071E54C-DC7B-42A7-9166-7202CC35B972}"/>
              </a:ext>
            </a:extLst>
          </p:cNvPr>
          <p:cNvSpPr>
            <a:spLocks xmlns:a="http://schemas.openxmlformats.org/drawingml/2006/main" noGrp="1"/>
          </p:cNvSpPr>
          <p:nvPr/>
        </p:nvSpPr>
        <p:spPr>
          <a:xfrm xmlns:a="http://schemas.openxmlformats.org/drawingml/2006/main">
            <a:off x="609600" y="3733800"/>
            <a:ext cx="3571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D223F"/>
                </a:solidFill>
                <a:latin typeface="Malgun Gothic"/>
                <a:ea typeface="Malgun Gothic"/>
                <a:cs typeface="Malgun Gothic"/>
              </a:defRPr>
            </a:defPPr>
            <a:lvl1pPr algn="l">
              <a:defRPr sz="2100" b="1">
                <a:solidFill>
                  <a:srgbClr val="0D223F"/>
                </a:solidFill>
                <a:latin typeface="Malgun Gothic"/>
                <a:ea typeface="Malgun Gothic"/>
                <a:cs typeface="Malgun Gothic"/>
              </a:defRPr>
            </a:lvl1pPr>
            <a:lvl2pPr algn="l">
              <a:defRPr sz="2100" b="1">
                <a:solidFill>
                  <a:srgbClr val="0D223F"/>
                </a:solidFill>
                <a:latin typeface="Malgun Gothic"/>
                <a:ea typeface="Malgun Gothic"/>
                <a:cs typeface="Malgun Gothic"/>
              </a:defRPr>
            </a:lvl2pPr>
            <a:lvl3pPr algn="l">
              <a:defRPr sz="2100" b="1">
                <a:solidFill>
                  <a:srgbClr val="0D223F"/>
                </a:solidFill>
                <a:latin typeface="Malgun Gothic"/>
                <a:ea typeface="Malgun Gothic"/>
                <a:cs typeface="Malgun Gothic"/>
              </a:defRPr>
            </a:lvl3pPr>
            <a:lvl4pPr algn="l">
              <a:defRPr sz="2100" b="1">
                <a:solidFill>
                  <a:srgbClr val="0D223F"/>
                </a:solidFill>
                <a:latin typeface="Malgun Gothic"/>
                <a:ea typeface="Malgun Gothic"/>
                <a:cs typeface="Malgun Gothic"/>
              </a:defRPr>
            </a:lvl4pPr>
            <a:lvl5pPr algn="l">
              <a:defRPr sz="2100" b="1">
                <a:solidFill>
                  <a:srgbClr val="0D223F"/>
                </a:solidFill>
                <a:latin typeface="Malgun Gothic"/>
                <a:ea typeface="Malgun Gothic"/>
                <a:cs typeface="Malgun Gothic"/>
              </a:defRPr>
            </a:lvl5pPr>
            <a:lvl6pPr algn="l">
              <a:defRPr sz="2100" b="1">
                <a:solidFill>
                  <a:srgbClr val="0D223F"/>
                </a:solidFill>
                <a:latin typeface="Malgun Gothic"/>
                <a:ea typeface="Malgun Gothic"/>
                <a:cs typeface="Malgun Gothic"/>
              </a:defRPr>
            </a:lvl6pPr>
            <a:lvl7pPr algn="l">
              <a:defRPr sz="2100" b="1">
                <a:solidFill>
                  <a:srgbClr val="0D223F"/>
                </a:solidFill>
                <a:latin typeface="Malgun Gothic"/>
                <a:ea typeface="Malgun Gothic"/>
                <a:cs typeface="Malgun Gothic"/>
              </a:defRPr>
            </a:lvl7pPr>
            <a:lvl8pPr algn="l">
              <a:defRPr sz="2100" b="1">
                <a:solidFill>
                  <a:srgbClr val="0D223F"/>
                </a:solidFill>
                <a:latin typeface="Malgun Gothic"/>
                <a:ea typeface="Malgun Gothic"/>
                <a:cs typeface="Malgun Gothic"/>
              </a:defRPr>
            </a:lvl8pPr>
            <a:lvl9pPr algn="l">
              <a:defRPr sz="2100" b="1">
                <a:solidFill>
                  <a:srgbClr val="0D223F"/>
                </a:solidFill>
                <a:latin typeface="Malgun Gothic"/>
                <a:ea typeface="Malgun Gothic"/>
                <a:cs typeface="Malgun Gothic"/>
              </a:defRPr>
            </a:lvl9pPr>
          </a:lstStyle>
          <a:p xmlns:a="http://schemas.openxmlformats.org/drawingml/2006/main">
            <a:pPr algn="l">
              <a:lnSpc>
                <a:spcPct val="115000"/>
              </a:lnSpc>
              <a:buNone/>
              <a:defRPr sz="2100" b="1">
                <a:solidFill>
                  <a:srgbClr val="0D223F"/>
                </a:solidFill>
                <a:latin typeface="Malgun Gothic"/>
                <a:ea typeface="Malgun Gothic"/>
                <a:cs typeface="Malgun Gothic"/>
              </a:defRPr>
            </a:pPr>
            <a:r>
              <a:rPr sz="2100" b="1">
                <a:solidFill>
                  <a:srgbClr val="0D223F"/>
                </a:solidFill>
                <a:latin typeface="Malgun Gothic"/>
                <a:ea typeface="Malgun Gothic"/>
                <a:cs typeface="Malgun Gothic"/>
              </a:rPr>
              <a:t>개발과 사전 테스트</a:t>
            </a:r>
          </a:p>
        </p:txBody>
      </p:sp>
      <p:sp>
        <p:nvSpPr>
          <p:cNvPr id="25" name="">
            <a:extLst xmlns:a="http://schemas.openxmlformats.org/drawingml/2006/main">
              <a:ext uri="{FF2B5EF4-FFF2-40B4-BE49-F238E27FC236}">
                <a16:creationId xmlns:a16="http://schemas.microsoft.com/office/drawing/2014/main" id="{31C3C5F5-7B8E-4597-B898-06804A0595F4}"/>
              </a:ext>
            </a:extLst>
          </p:cNvPr>
          <p:cNvSpPr>
            <a:spLocks xmlns:a="http://schemas.openxmlformats.org/drawingml/2006/main" noGrp="1"/>
          </p:cNvSpPr>
          <p:nvPr/>
        </p:nvSpPr>
        <p:spPr>
          <a:xfrm xmlns:a="http://schemas.openxmlformats.org/drawingml/2006/main">
            <a:off x="4324350" y="3733800"/>
            <a:ext cx="714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85AC0"/>
                </a:solidFill>
                <a:latin typeface="Malgun Gothic"/>
                <a:ea typeface="Malgun Gothic"/>
                <a:cs typeface="Malgun Gothic"/>
              </a:defRPr>
            </a:defPPr>
            <a:lvl1pPr algn="l">
              <a:defRPr sz="1875" b="1">
                <a:solidFill>
                  <a:srgbClr val="185AC0"/>
                </a:solidFill>
                <a:latin typeface="Malgun Gothic"/>
                <a:ea typeface="Malgun Gothic"/>
                <a:cs typeface="Malgun Gothic"/>
              </a:defRPr>
            </a:lvl1pPr>
            <a:lvl2pPr algn="l">
              <a:defRPr sz="1875" b="1">
                <a:solidFill>
                  <a:srgbClr val="185AC0"/>
                </a:solidFill>
                <a:latin typeface="Malgun Gothic"/>
                <a:ea typeface="Malgun Gothic"/>
                <a:cs typeface="Malgun Gothic"/>
              </a:defRPr>
            </a:lvl2pPr>
            <a:lvl3pPr algn="l">
              <a:defRPr sz="1875" b="1">
                <a:solidFill>
                  <a:srgbClr val="185AC0"/>
                </a:solidFill>
                <a:latin typeface="Malgun Gothic"/>
                <a:ea typeface="Malgun Gothic"/>
                <a:cs typeface="Malgun Gothic"/>
              </a:defRPr>
            </a:lvl3pPr>
            <a:lvl4pPr algn="l">
              <a:defRPr sz="1875" b="1">
                <a:solidFill>
                  <a:srgbClr val="185AC0"/>
                </a:solidFill>
                <a:latin typeface="Malgun Gothic"/>
                <a:ea typeface="Malgun Gothic"/>
                <a:cs typeface="Malgun Gothic"/>
              </a:defRPr>
            </a:lvl4pPr>
            <a:lvl5pPr algn="l">
              <a:defRPr sz="1875" b="1">
                <a:solidFill>
                  <a:srgbClr val="185AC0"/>
                </a:solidFill>
                <a:latin typeface="Malgun Gothic"/>
                <a:ea typeface="Malgun Gothic"/>
                <a:cs typeface="Malgun Gothic"/>
              </a:defRPr>
            </a:lvl5pPr>
            <a:lvl6pPr algn="l">
              <a:defRPr sz="1875" b="1">
                <a:solidFill>
                  <a:srgbClr val="185AC0"/>
                </a:solidFill>
                <a:latin typeface="Malgun Gothic"/>
                <a:ea typeface="Malgun Gothic"/>
                <a:cs typeface="Malgun Gothic"/>
              </a:defRPr>
            </a:lvl6pPr>
            <a:lvl7pPr algn="l">
              <a:defRPr sz="1875" b="1">
                <a:solidFill>
                  <a:srgbClr val="185AC0"/>
                </a:solidFill>
                <a:latin typeface="Malgun Gothic"/>
                <a:ea typeface="Malgun Gothic"/>
                <a:cs typeface="Malgun Gothic"/>
              </a:defRPr>
            </a:lvl7pPr>
            <a:lvl8pPr algn="l">
              <a:defRPr sz="1875" b="1">
                <a:solidFill>
                  <a:srgbClr val="185AC0"/>
                </a:solidFill>
                <a:latin typeface="Malgun Gothic"/>
                <a:ea typeface="Malgun Gothic"/>
                <a:cs typeface="Malgun Gothic"/>
              </a:defRPr>
            </a:lvl8pPr>
            <a:lvl9pPr algn="l">
              <a:defRPr sz="1875" b="1">
                <a:solidFill>
                  <a:srgbClr val="185AC0"/>
                </a:solidFill>
                <a:latin typeface="Malgun Gothic"/>
                <a:ea typeface="Malgun Gothic"/>
                <a:cs typeface="Malgun Gothic"/>
              </a:defRPr>
            </a:lvl9pPr>
          </a:lstStyle>
          <a:p xmlns:a="http://schemas.openxmlformats.org/drawingml/2006/main">
            <a:pPr algn="l">
              <a:lnSpc>
                <a:spcPct val="115000"/>
              </a:lnSpc>
              <a:buNone/>
              <a:defRPr sz="1875" b="1">
                <a:solidFill>
                  <a:srgbClr val="185AC0"/>
                </a:solidFill>
                <a:latin typeface="Malgun Gothic"/>
                <a:ea typeface="Malgun Gothic"/>
                <a:cs typeface="Malgun Gothic"/>
              </a:defRPr>
            </a:pPr>
            <a:r>
              <a:rPr sz="1875" b="1">
                <a:solidFill>
                  <a:srgbClr val="185AC0"/>
                </a:solidFill>
                <a:latin typeface="Malgun Gothic"/>
                <a:ea typeface="Malgun Gothic"/>
                <a:cs typeface="Malgun Gothic"/>
              </a:rPr>
              <a:t>PLC Simulator</a:t>
            </a:r>
          </a:p>
        </p:txBody>
      </p:sp>
      <p:sp>
        <p:nvSpPr>
          <p:cNvPr id="26" name="">
            <a:extLst xmlns:a="http://schemas.openxmlformats.org/drawingml/2006/main">
              <a:ext uri="{FF2B5EF4-FFF2-40B4-BE49-F238E27FC236}">
                <a16:creationId xmlns:a16="http://schemas.microsoft.com/office/drawing/2014/main" id="{11C4EEEE-1FE4-4410-BEF4-7398AE978C54}"/>
              </a:ext>
            </a:extLst>
          </p:cNvPr>
          <p:cNvSpPr>
            <a:spLocks xmlns:a="http://schemas.openxmlformats.org/drawingml/2006/main" noGrp="1"/>
          </p:cNvSpPr>
          <p:nvPr/>
        </p:nvSpPr>
        <p:spPr>
          <a:xfrm xmlns:a="http://schemas.openxmlformats.org/drawingml/2006/main">
            <a:off x="4324350" y="4086225"/>
            <a:ext cx="716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1748A"/>
                </a:solidFill>
                <a:latin typeface="Malgun Gothic"/>
                <a:ea typeface="Malgun Gothic"/>
                <a:cs typeface="Malgun Gothic"/>
              </a:defRPr>
            </a:defPPr>
            <a:lvl1pPr algn="l">
              <a:defRPr sz="1650" b="0">
                <a:solidFill>
                  <a:srgbClr val="61748A"/>
                </a:solidFill>
                <a:latin typeface="Malgun Gothic"/>
                <a:ea typeface="Malgun Gothic"/>
                <a:cs typeface="Malgun Gothic"/>
              </a:defRPr>
            </a:lvl1pPr>
            <a:lvl2pPr algn="l">
              <a:defRPr sz="1650" b="0">
                <a:solidFill>
                  <a:srgbClr val="61748A"/>
                </a:solidFill>
                <a:latin typeface="Malgun Gothic"/>
                <a:ea typeface="Malgun Gothic"/>
                <a:cs typeface="Malgun Gothic"/>
              </a:defRPr>
            </a:lvl2pPr>
            <a:lvl3pPr algn="l">
              <a:defRPr sz="1650" b="0">
                <a:solidFill>
                  <a:srgbClr val="61748A"/>
                </a:solidFill>
                <a:latin typeface="Malgun Gothic"/>
                <a:ea typeface="Malgun Gothic"/>
                <a:cs typeface="Malgun Gothic"/>
              </a:defRPr>
            </a:lvl3pPr>
            <a:lvl4pPr algn="l">
              <a:defRPr sz="1650" b="0">
                <a:solidFill>
                  <a:srgbClr val="61748A"/>
                </a:solidFill>
                <a:latin typeface="Malgun Gothic"/>
                <a:ea typeface="Malgun Gothic"/>
                <a:cs typeface="Malgun Gothic"/>
              </a:defRPr>
            </a:lvl4pPr>
            <a:lvl5pPr algn="l">
              <a:defRPr sz="1650" b="0">
                <a:solidFill>
                  <a:srgbClr val="61748A"/>
                </a:solidFill>
                <a:latin typeface="Malgun Gothic"/>
                <a:ea typeface="Malgun Gothic"/>
                <a:cs typeface="Malgun Gothic"/>
              </a:defRPr>
            </a:lvl5pPr>
            <a:lvl6pPr algn="l">
              <a:defRPr sz="1650" b="0">
                <a:solidFill>
                  <a:srgbClr val="61748A"/>
                </a:solidFill>
                <a:latin typeface="Malgun Gothic"/>
                <a:ea typeface="Malgun Gothic"/>
                <a:cs typeface="Malgun Gothic"/>
              </a:defRPr>
            </a:lvl6pPr>
            <a:lvl7pPr algn="l">
              <a:defRPr sz="1650" b="0">
                <a:solidFill>
                  <a:srgbClr val="61748A"/>
                </a:solidFill>
                <a:latin typeface="Malgun Gothic"/>
                <a:ea typeface="Malgun Gothic"/>
                <a:cs typeface="Malgun Gothic"/>
              </a:defRPr>
            </a:lvl7pPr>
            <a:lvl8pPr algn="l">
              <a:defRPr sz="1650" b="0">
                <a:solidFill>
                  <a:srgbClr val="61748A"/>
                </a:solidFill>
                <a:latin typeface="Malgun Gothic"/>
                <a:ea typeface="Malgun Gothic"/>
                <a:cs typeface="Malgun Gothic"/>
              </a:defRPr>
            </a:lvl8pPr>
            <a:lvl9pPr algn="l">
              <a:defRPr sz="1650" b="0">
                <a:solidFill>
                  <a:srgbClr val="61748A"/>
                </a:solidFill>
                <a:latin typeface="Malgun Gothic"/>
                <a:ea typeface="Malgun Gothic"/>
                <a:cs typeface="Malgun Gothic"/>
              </a:defRPr>
            </a:lvl9pPr>
          </a:lstStyle>
          <a:p xmlns:a="http://schemas.openxmlformats.org/drawingml/2006/main">
            <a:pPr algn="l">
              <a:lnSpc>
                <a:spcPct val="115000"/>
              </a:lnSpc>
              <a:buNone/>
              <a:defRPr sz="1650" b="0">
                <a:solidFill>
                  <a:srgbClr val="61748A"/>
                </a:solidFill>
                <a:latin typeface="Malgun Gothic"/>
                <a:ea typeface="Malgun Gothic"/>
                <a:cs typeface="Malgun Gothic"/>
              </a:defRPr>
            </a:pPr>
            <a:r>
              <a:rPr sz="1650" b="0">
                <a:solidFill>
                  <a:srgbClr val="61748A"/>
                </a:solidFill>
                <a:latin typeface="Malgun Gothic"/>
                <a:ea typeface="Malgun Gothic"/>
                <a:cs typeface="Malgun Gothic"/>
              </a:rPr>
              <a:t>장비 연결 전 통신·태그·화면 동작을 시험합니다.</a:t>
            </a:r>
          </a:p>
        </p:txBody>
      </p:sp>
      <p:sp>
        <p:nvSpPr>
          <p:cNvPr id="27" name="">
            <a:extLst xmlns:a="http://schemas.openxmlformats.org/drawingml/2006/main">
              <a:ext uri="{FF2B5EF4-FFF2-40B4-BE49-F238E27FC236}">
                <a16:creationId xmlns:a16="http://schemas.microsoft.com/office/drawing/2014/main" id="{7DDE2B35-35F0-4096-B8A5-D9F9C1A89FBA}"/>
              </a:ext>
            </a:extLst>
          </p:cNvPr>
          <p:cNvSpPr>
            <a:spLocks xmlns:a="http://schemas.openxmlformats.org/drawingml/2006/main" noGrp="1"/>
          </p:cNvSpPr>
          <p:nvPr/>
        </p:nvSpPr>
        <p:spPr>
          <a:xfrm xmlns:a="http://schemas.openxmlformats.org/drawingml/2006/main">
            <a:off x="609600" y="4543425"/>
            <a:ext cx="3571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D223F"/>
                </a:solidFill>
                <a:latin typeface="Malgun Gothic"/>
                <a:ea typeface="Malgun Gothic"/>
                <a:cs typeface="Malgun Gothic"/>
              </a:defRPr>
            </a:defPPr>
            <a:lvl1pPr algn="l">
              <a:defRPr sz="2100" b="1">
                <a:solidFill>
                  <a:srgbClr val="0D223F"/>
                </a:solidFill>
                <a:latin typeface="Malgun Gothic"/>
                <a:ea typeface="Malgun Gothic"/>
                <a:cs typeface="Malgun Gothic"/>
              </a:defRPr>
            </a:lvl1pPr>
            <a:lvl2pPr algn="l">
              <a:defRPr sz="2100" b="1">
                <a:solidFill>
                  <a:srgbClr val="0D223F"/>
                </a:solidFill>
                <a:latin typeface="Malgun Gothic"/>
                <a:ea typeface="Malgun Gothic"/>
                <a:cs typeface="Malgun Gothic"/>
              </a:defRPr>
            </a:lvl2pPr>
            <a:lvl3pPr algn="l">
              <a:defRPr sz="2100" b="1">
                <a:solidFill>
                  <a:srgbClr val="0D223F"/>
                </a:solidFill>
                <a:latin typeface="Malgun Gothic"/>
                <a:ea typeface="Malgun Gothic"/>
                <a:cs typeface="Malgun Gothic"/>
              </a:defRPr>
            </a:lvl3pPr>
            <a:lvl4pPr algn="l">
              <a:defRPr sz="2100" b="1">
                <a:solidFill>
                  <a:srgbClr val="0D223F"/>
                </a:solidFill>
                <a:latin typeface="Malgun Gothic"/>
                <a:ea typeface="Malgun Gothic"/>
                <a:cs typeface="Malgun Gothic"/>
              </a:defRPr>
            </a:lvl4pPr>
            <a:lvl5pPr algn="l">
              <a:defRPr sz="2100" b="1">
                <a:solidFill>
                  <a:srgbClr val="0D223F"/>
                </a:solidFill>
                <a:latin typeface="Malgun Gothic"/>
                <a:ea typeface="Malgun Gothic"/>
                <a:cs typeface="Malgun Gothic"/>
              </a:defRPr>
            </a:lvl5pPr>
            <a:lvl6pPr algn="l">
              <a:defRPr sz="2100" b="1">
                <a:solidFill>
                  <a:srgbClr val="0D223F"/>
                </a:solidFill>
                <a:latin typeface="Malgun Gothic"/>
                <a:ea typeface="Malgun Gothic"/>
                <a:cs typeface="Malgun Gothic"/>
              </a:defRPr>
            </a:lvl6pPr>
            <a:lvl7pPr algn="l">
              <a:defRPr sz="2100" b="1">
                <a:solidFill>
                  <a:srgbClr val="0D223F"/>
                </a:solidFill>
                <a:latin typeface="Malgun Gothic"/>
                <a:ea typeface="Malgun Gothic"/>
                <a:cs typeface="Malgun Gothic"/>
              </a:defRPr>
            </a:lvl7pPr>
            <a:lvl8pPr algn="l">
              <a:defRPr sz="2100" b="1">
                <a:solidFill>
                  <a:srgbClr val="0D223F"/>
                </a:solidFill>
                <a:latin typeface="Malgun Gothic"/>
                <a:ea typeface="Malgun Gothic"/>
                <a:cs typeface="Malgun Gothic"/>
              </a:defRPr>
            </a:lvl8pPr>
            <a:lvl9pPr algn="l">
              <a:defRPr sz="2100" b="1">
                <a:solidFill>
                  <a:srgbClr val="0D223F"/>
                </a:solidFill>
                <a:latin typeface="Malgun Gothic"/>
                <a:ea typeface="Malgun Gothic"/>
                <a:cs typeface="Malgun Gothic"/>
              </a:defRPr>
            </a:lvl9pPr>
          </a:lstStyle>
          <a:p xmlns:a="http://schemas.openxmlformats.org/drawingml/2006/main">
            <a:pPr algn="l">
              <a:lnSpc>
                <a:spcPct val="115000"/>
              </a:lnSpc>
              <a:buNone/>
              <a:defRPr sz="2100" b="1">
                <a:solidFill>
                  <a:srgbClr val="0D223F"/>
                </a:solidFill>
                <a:latin typeface="Malgun Gothic"/>
                <a:ea typeface="Malgun Gothic"/>
                <a:cs typeface="Malgun Gothic"/>
              </a:defRPr>
            </a:pPr>
            <a:r>
              <a:rPr sz="2100" b="1">
                <a:solidFill>
                  <a:srgbClr val="0D223F"/>
                </a:solidFill>
                <a:latin typeface="Malgun Gothic"/>
                <a:ea typeface="Malgun Gothic"/>
                <a:cs typeface="Malgun Gothic"/>
              </a:rPr>
              <a:t>운영 상태 점검</a:t>
            </a:r>
          </a:p>
        </p:txBody>
      </p:sp>
      <p:sp>
        <p:nvSpPr>
          <p:cNvPr id="28" name="">
            <a:extLst xmlns:a="http://schemas.openxmlformats.org/drawingml/2006/main">
              <a:ext uri="{FF2B5EF4-FFF2-40B4-BE49-F238E27FC236}">
                <a16:creationId xmlns:a16="http://schemas.microsoft.com/office/drawing/2014/main" id="{079D6AB2-A5FF-44F5-8859-8FEEBDDD84D2}"/>
              </a:ext>
            </a:extLst>
          </p:cNvPr>
          <p:cNvSpPr>
            <a:spLocks xmlns:a="http://schemas.openxmlformats.org/drawingml/2006/main" noGrp="1"/>
          </p:cNvSpPr>
          <p:nvPr/>
        </p:nvSpPr>
        <p:spPr>
          <a:xfrm xmlns:a="http://schemas.openxmlformats.org/drawingml/2006/main">
            <a:off x="4324350" y="4543425"/>
            <a:ext cx="714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85AC0"/>
                </a:solidFill>
                <a:latin typeface="Malgun Gothic"/>
                <a:ea typeface="Malgun Gothic"/>
                <a:cs typeface="Malgun Gothic"/>
              </a:defRPr>
            </a:defPPr>
            <a:lvl1pPr algn="l">
              <a:defRPr sz="1875" b="1">
                <a:solidFill>
                  <a:srgbClr val="185AC0"/>
                </a:solidFill>
                <a:latin typeface="Malgun Gothic"/>
                <a:ea typeface="Malgun Gothic"/>
                <a:cs typeface="Malgun Gothic"/>
              </a:defRPr>
            </a:lvl1pPr>
            <a:lvl2pPr algn="l">
              <a:defRPr sz="1875" b="1">
                <a:solidFill>
                  <a:srgbClr val="185AC0"/>
                </a:solidFill>
                <a:latin typeface="Malgun Gothic"/>
                <a:ea typeface="Malgun Gothic"/>
                <a:cs typeface="Malgun Gothic"/>
              </a:defRPr>
            </a:lvl2pPr>
            <a:lvl3pPr algn="l">
              <a:defRPr sz="1875" b="1">
                <a:solidFill>
                  <a:srgbClr val="185AC0"/>
                </a:solidFill>
                <a:latin typeface="Malgun Gothic"/>
                <a:ea typeface="Malgun Gothic"/>
                <a:cs typeface="Malgun Gothic"/>
              </a:defRPr>
            </a:lvl3pPr>
            <a:lvl4pPr algn="l">
              <a:defRPr sz="1875" b="1">
                <a:solidFill>
                  <a:srgbClr val="185AC0"/>
                </a:solidFill>
                <a:latin typeface="Malgun Gothic"/>
                <a:ea typeface="Malgun Gothic"/>
                <a:cs typeface="Malgun Gothic"/>
              </a:defRPr>
            </a:lvl4pPr>
            <a:lvl5pPr algn="l">
              <a:defRPr sz="1875" b="1">
                <a:solidFill>
                  <a:srgbClr val="185AC0"/>
                </a:solidFill>
                <a:latin typeface="Malgun Gothic"/>
                <a:ea typeface="Malgun Gothic"/>
                <a:cs typeface="Malgun Gothic"/>
              </a:defRPr>
            </a:lvl5pPr>
            <a:lvl6pPr algn="l">
              <a:defRPr sz="1875" b="1">
                <a:solidFill>
                  <a:srgbClr val="185AC0"/>
                </a:solidFill>
                <a:latin typeface="Malgun Gothic"/>
                <a:ea typeface="Malgun Gothic"/>
                <a:cs typeface="Malgun Gothic"/>
              </a:defRPr>
            </a:lvl6pPr>
            <a:lvl7pPr algn="l">
              <a:defRPr sz="1875" b="1">
                <a:solidFill>
                  <a:srgbClr val="185AC0"/>
                </a:solidFill>
                <a:latin typeface="Malgun Gothic"/>
                <a:ea typeface="Malgun Gothic"/>
                <a:cs typeface="Malgun Gothic"/>
              </a:defRPr>
            </a:lvl7pPr>
            <a:lvl8pPr algn="l">
              <a:defRPr sz="1875" b="1">
                <a:solidFill>
                  <a:srgbClr val="185AC0"/>
                </a:solidFill>
                <a:latin typeface="Malgun Gothic"/>
                <a:ea typeface="Malgun Gothic"/>
                <a:cs typeface="Malgun Gothic"/>
              </a:defRPr>
            </a:lvl8pPr>
            <a:lvl9pPr algn="l">
              <a:defRPr sz="1875" b="1">
                <a:solidFill>
                  <a:srgbClr val="185AC0"/>
                </a:solidFill>
                <a:latin typeface="Malgun Gothic"/>
                <a:ea typeface="Malgun Gothic"/>
                <a:cs typeface="Malgun Gothic"/>
              </a:defRPr>
            </a:lvl9pPr>
          </a:lstStyle>
          <a:p xmlns:a="http://schemas.openxmlformats.org/drawingml/2006/main">
            <a:pPr algn="l">
              <a:lnSpc>
                <a:spcPct val="115000"/>
              </a:lnSpc>
              <a:buNone/>
              <a:defRPr sz="1875" b="1">
                <a:solidFill>
                  <a:srgbClr val="185AC0"/>
                </a:solidFill>
                <a:latin typeface="Malgun Gothic"/>
                <a:ea typeface="Malgun Gothic"/>
                <a:cs typeface="Malgun Gothic"/>
              </a:defRPr>
            </a:pPr>
            <a:r>
              <a:rPr sz="1875" b="1">
                <a:solidFill>
                  <a:srgbClr val="185AC0"/>
                </a:solidFill>
                <a:latin typeface="Malgun Gothic"/>
                <a:ea typeface="Malgun Gothic"/>
                <a:cs typeface="Malgun Gothic"/>
              </a:rPr>
              <a:t>JSolution</a:t>
            </a:r>
          </a:p>
        </p:txBody>
      </p:sp>
      <p:sp>
        <p:nvSpPr>
          <p:cNvPr id="29" name="">
            <a:extLst xmlns:a="http://schemas.openxmlformats.org/drawingml/2006/main">
              <a:ext uri="{FF2B5EF4-FFF2-40B4-BE49-F238E27FC236}">
                <a16:creationId xmlns:a16="http://schemas.microsoft.com/office/drawing/2014/main" id="{0F6215A8-2659-4F14-B6C4-4834941D91A9}"/>
              </a:ext>
            </a:extLst>
          </p:cNvPr>
          <p:cNvSpPr>
            <a:spLocks xmlns:a="http://schemas.openxmlformats.org/drawingml/2006/main" noGrp="1"/>
          </p:cNvSpPr>
          <p:nvPr/>
        </p:nvSpPr>
        <p:spPr>
          <a:xfrm xmlns:a="http://schemas.openxmlformats.org/drawingml/2006/main">
            <a:off x="4324350" y="4895850"/>
            <a:ext cx="716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1748A"/>
                </a:solidFill>
                <a:latin typeface="Malgun Gothic"/>
                <a:ea typeface="Malgun Gothic"/>
                <a:cs typeface="Malgun Gothic"/>
              </a:defRPr>
            </a:defPPr>
            <a:lvl1pPr algn="l">
              <a:defRPr sz="1650" b="0">
                <a:solidFill>
                  <a:srgbClr val="61748A"/>
                </a:solidFill>
                <a:latin typeface="Malgun Gothic"/>
                <a:ea typeface="Malgun Gothic"/>
                <a:cs typeface="Malgun Gothic"/>
              </a:defRPr>
            </a:lvl1pPr>
            <a:lvl2pPr algn="l">
              <a:defRPr sz="1650" b="0">
                <a:solidFill>
                  <a:srgbClr val="61748A"/>
                </a:solidFill>
                <a:latin typeface="Malgun Gothic"/>
                <a:ea typeface="Malgun Gothic"/>
                <a:cs typeface="Malgun Gothic"/>
              </a:defRPr>
            </a:lvl2pPr>
            <a:lvl3pPr algn="l">
              <a:defRPr sz="1650" b="0">
                <a:solidFill>
                  <a:srgbClr val="61748A"/>
                </a:solidFill>
                <a:latin typeface="Malgun Gothic"/>
                <a:ea typeface="Malgun Gothic"/>
                <a:cs typeface="Malgun Gothic"/>
              </a:defRPr>
            </a:lvl3pPr>
            <a:lvl4pPr algn="l">
              <a:defRPr sz="1650" b="0">
                <a:solidFill>
                  <a:srgbClr val="61748A"/>
                </a:solidFill>
                <a:latin typeface="Malgun Gothic"/>
                <a:ea typeface="Malgun Gothic"/>
                <a:cs typeface="Malgun Gothic"/>
              </a:defRPr>
            </a:lvl4pPr>
            <a:lvl5pPr algn="l">
              <a:defRPr sz="1650" b="0">
                <a:solidFill>
                  <a:srgbClr val="61748A"/>
                </a:solidFill>
                <a:latin typeface="Malgun Gothic"/>
                <a:ea typeface="Malgun Gothic"/>
                <a:cs typeface="Malgun Gothic"/>
              </a:defRPr>
            </a:lvl5pPr>
            <a:lvl6pPr algn="l">
              <a:defRPr sz="1650" b="0">
                <a:solidFill>
                  <a:srgbClr val="61748A"/>
                </a:solidFill>
                <a:latin typeface="Malgun Gothic"/>
                <a:ea typeface="Malgun Gothic"/>
                <a:cs typeface="Malgun Gothic"/>
              </a:defRPr>
            </a:lvl6pPr>
            <a:lvl7pPr algn="l">
              <a:defRPr sz="1650" b="0">
                <a:solidFill>
                  <a:srgbClr val="61748A"/>
                </a:solidFill>
                <a:latin typeface="Malgun Gothic"/>
                <a:ea typeface="Malgun Gothic"/>
                <a:cs typeface="Malgun Gothic"/>
              </a:defRPr>
            </a:lvl7pPr>
            <a:lvl8pPr algn="l">
              <a:defRPr sz="1650" b="0">
                <a:solidFill>
                  <a:srgbClr val="61748A"/>
                </a:solidFill>
                <a:latin typeface="Malgun Gothic"/>
                <a:ea typeface="Malgun Gothic"/>
                <a:cs typeface="Malgun Gothic"/>
              </a:defRPr>
            </a:lvl8pPr>
            <a:lvl9pPr algn="l">
              <a:defRPr sz="1650" b="0">
                <a:solidFill>
                  <a:srgbClr val="61748A"/>
                </a:solidFill>
                <a:latin typeface="Malgun Gothic"/>
                <a:ea typeface="Malgun Gothic"/>
                <a:cs typeface="Malgun Gothic"/>
              </a:defRPr>
            </a:lvl9pPr>
          </a:lstStyle>
          <a:p xmlns:a="http://schemas.openxmlformats.org/drawingml/2006/main">
            <a:pPr algn="l">
              <a:lnSpc>
                <a:spcPct val="115000"/>
              </a:lnSpc>
              <a:buNone/>
              <a:defRPr sz="1650" b="0">
                <a:solidFill>
                  <a:srgbClr val="61748A"/>
                </a:solidFill>
                <a:latin typeface="Malgun Gothic"/>
                <a:ea typeface="Malgun Gothic"/>
                <a:cs typeface="Malgun Gothic"/>
              </a:defRPr>
            </a:pPr>
            <a:r>
              <a:rPr sz="1650" b="0">
                <a:solidFill>
                  <a:srgbClr val="61748A"/>
                </a:solidFill>
                <a:latin typeface="Malgun Gothic"/>
                <a:ea typeface="Malgun Gothic"/>
                <a:cs typeface="Malgun Gothic"/>
              </a:rPr>
              <a:t>제품 상태와 문제 원인을 확인하고 이력으로 경과를 검토합니다.</a:t>
            </a:r>
          </a:p>
        </p:txBody>
      </p:sp>
      <p:sp>
        <p:nvSpPr>
          <p:cNvPr id="30" name="">
            <a:extLst xmlns:a="http://schemas.openxmlformats.org/drawingml/2006/main">
              <a:ext uri="{FF2B5EF4-FFF2-40B4-BE49-F238E27FC236}">
                <a16:creationId xmlns:a16="http://schemas.microsoft.com/office/drawing/2014/main" id="{AF072EF0-AEDF-4802-AD7F-B9F1ACE4E572}"/>
              </a:ext>
            </a:extLst>
          </p:cNvPr>
          <p:cNvSpPr>
            <a:spLocks xmlns:a="http://schemas.openxmlformats.org/drawingml/2006/main" noGrp="1"/>
          </p:cNvSpPr>
          <p:nvPr/>
        </p:nvSpPr>
        <p:spPr>
          <a:xfrm xmlns:a="http://schemas.openxmlformats.org/drawingml/2006/main">
            <a:off x="609600" y="5353050"/>
            <a:ext cx="3571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D223F"/>
                </a:solidFill>
                <a:latin typeface="Malgun Gothic"/>
                <a:ea typeface="Malgun Gothic"/>
                <a:cs typeface="Malgun Gothic"/>
              </a:defRPr>
            </a:defPPr>
            <a:lvl1pPr algn="l">
              <a:defRPr sz="2100" b="1">
                <a:solidFill>
                  <a:srgbClr val="0D223F"/>
                </a:solidFill>
                <a:latin typeface="Malgun Gothic"/>
                <a:ea typeface="Malgun Gothic"/>
                <a:cs typeface="Malgun Gothic"/>
              </a:defRPr>
            </a:lvl1pPr>
            <a:lvl2pPr algn="l">
              <a:defRPr sz="2100" b="1">
                <a:solidFill>
                  <a:srgbClr val="0D223F"/>
                </a:solidFill>
                <a:latin typeface="Malgun Gothic"/>
                <a:ea typeface="Malgun Gothic"/>
                <a:cs typeface="Malgun Gothic"/>
              </a:defRPr>
            </a:lvl2pPr>
            <a:lvl3pPr algn="l">
              <a:defRPr sz="2100" b="1">
                <a:solidFill>
                  <a:srgbClr val="0D223F"/>
                </a:solidFill>
                <a:latin typeface="Malgun Gothic"/>
                <a:ea typeface="Malgun Gothic"/>
                <a:cs typeface="Malgun Gothic"/>
              </a:defRPr>
            </a:lvl3pPr>
            <a:lvl4pPr algn="l">
              <a:defRPr sz="2100" b="1">
                <a:solidFill>
                  <a:srgbClr val="0D223F"/>
                </a:solidFill>
                <a:latin typeface="Malgun Gothic"/>
                <a:ea typeface="Malgun Gothic"/>
                <a:cs typeface="Malgun Gothic"/>
              </a:defRPr>
            </a:lvl4pPr>
            <a:lvl5pPr algn="l">
              <a:defRPr sz="2100" b="1">
                <a:solidFill>
                  <a:srgbClr val="0D223F"/>
                </a:solidFill>
                <a:latin typeface="Malgun Gothic"/>
                <a:ea typeface="Malgun Gothic"/>
                <a:cs typeface="Malgun Gothic"/>
              </a:defRPr>
            </a:lvl5pPr>
            <a:lvl6pPr algn="l">
              <a:defRPr sz="2100" b="1">
                <a:solidFill>
                  <a:srgbClr val="0D223F"/>
                </a:solidFill>
                <a:latin typeface="Malgun Gothic"/>
                <a:ea typeface="Malgun Gothic"/>
                <a:cs typeface="Malgun Gothic"/>
              </a:defRPr>
            </a:lvl6pPr>
            <a:lvl7pPr algn="l">
              <a:defRPr sz="2100" b="1">
                <a:solidFill>
                  <a:srgbClr val="0D223F"/>
                </a:solidFill>
                <a:latin typeface="Malgun Gothic"/>
                <a:ea typeface="Malgun Gothic"/>
                <a:cs typeface="Malgun Gothic"/>
              </a:defRPr>
            </a:lvl7pPr>
            <a:lvl8pPr algn="l">
              <a:defRPr sz="2100" b="1">
                <a:solidFill>
                  <a:srgbClr val="0D223F"/>
                </a:solidFill>
                <a:latin typeface="Malgun Gothic"/>
                <a:ea typeface="Malgun Gothic"/>
                <a:cs typeface="Malgun Gothic"/>
              </a:defRPr>
            </a:lvl8pPr>
            <a:lvl9pPr algn="l">
              <a:defRPr sz="2100" b="1">
                <a:solidFill>
                  <a:srgbClr val="0D223F"/>
                </a:solidFill>
                <a:latin typeface="Malgun Gothic"/>
                <a:ea typeface="Malgun Gothic"/>
                <a:cs typeface="Malgun Gothic"/>
              </a:defRPr>
            </a:lvl9pPr>
          </a:lstStyle>
          <a:p xmlns:a="http://schemas.openxmlformats.org/drawingml/2006/main">
            <a:pPr algn="l">
              <a:lnSpc>
                <a:spcPct val="115000"/>
              </a:lnSpc>
              <a:buNone/>
              <a:defRPr sz="2100" b="1">
                <a:solidFill>
                  <a:srgbClr val="0D223F"/>
                </a:solidFill>
                <a:latin typeface="Malgun Gothic"/>
                <a:ea typeface="Malgun Gothic"/>
                <a:cs typeface="Malgun Gothic"/>
              </a:defRPr>
            </a:pPr>
            <a:r>
              <a:rPr sz="2100" b="1">
                <a:solidFill>
                  <a:srgbClr val="0D223F"/>
                </a:solidFill>
                <a:latin typeface="Malgun Gothic"/>
                <a:ea typeface="Malgun Gothic"/>
                <a:cs typeface="Malgun Gothic"/>
              </a:rPr>
              <a:t>현장 모바일 점검</a:t>
            </a:r>
          </a:p>
        </p:txBody>
      </p:sp>
      <p:sp>
        <p:nvSpPr>
          <p:cNvPr id="31" name="">
            <a:extLst xmlns:a="http://schemas.openxmlformats.org/drawingml/2006/main">
              <a:ext uri="{FF2B5EF4-FFF2-40B4-BE49-F238E27FC236}">
                <a16:creationId xmlns:a16="http://schemas.microsoft.com/office/drawing/2014/main" id="{E0DC8D5B-C1F1-4379-8447-8CC14B37E2FB}"/>
              </a:ext>
            </a:extLst>
          </p:cNvPr>
          <p:cNvSpPr>
            <a:spLocks xmlns:a="http://schemas.openxmlformats.org/drawingml/2006/main" noGrp="1"/>
          </p:cNvSpPr>
          <p:nvPr/>
        </p:nvSpPr>
        <p:spPr>
          <a:xfrm xmlns:a="http://schemas.openxmlformats.org/drawingml/2006/main">
            <a:off x="4324350" y="5353050"/>
            <a:ext cx="714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85AC0"/>
                </a:solidFill>
                <a:latin typeface="Malgun Gothic"/>
                <a:ea typeface="Malgun Gothic"/>
                <a:cs typeface="Malgun Gothic"/>
              </a:defRPr>
            </a:defPPr>
            <a:lvl1pPr algn="l">
              <a:defRPr sz="1875" b="1">
                <a:solidFill>
                  <a:srgbClr val="185AC0"/>
                </a:solidFill>
                <a:latin typeface="Malgun Gothic"/>
                <a:ea typeface="Malgun Gothic"/>
                <a:cs typeface="Malgun Gothic"/>
              </a:defRPr>
            </a:lvl1pPr>
            <a:lvl2pPr algn="l">
              <a:defRPr sz="1875" b="1">
                <a:solidFill>
                  <a:srgbClr val="185AC0"/>
                </a:solidFill>
                <a:latin typeface="Malgun Gothic"/>
                <a:ea typeface="Malgun Gothic"/>
                <a:cs typeface="Malgun Gothic"/>
              </a:defRPr>
            </a:lvl2pPr>
            <a:lvl3pPr algn="l">
              <a:defRPr sz="1875" b="1">
                <a:solidFill>
                  <a:srgbClr val="185AC0"/>
                </a:solidFill>
                <a:latin typeface="Malgun Gothic"/>
                <a:ea typeface="Malgun Gothic"/>
                <a:cs typeface="Malgun Gothic"/>
              </a:defRPr>
            </a:lvl3pPr>
            <a:lvl4pPr algn="l">
              <a:defRPr sz="1875" b="1">
                <a:solidFill>
                  <a:srgbClr val="185AC0"/>
                </a:solidFill>
                <a:latin typeface="Malgun Gothic"/>
                <a:ea typeface="Malgun Gothic"/>
                <a:cs typeface="Malgun Gothic"/>
              </a:defRPr>
            </a:lvl4pPr>
            <a:lvl5pPr algn="l">
              <a:defRPr sz="1875" b="1">
                <a:solidFill>
                  <a:srgbClr val="185AC0"/>
                </a:solidFill>
                <a:latin typeface="Malgun Gothic"/>
                <a:ea typeface="Malgun Gothic"/>
                <a:cs typeface="Malgun Gothic"/>
              </a:defRPr>
            </a:lvl5pPr>
            <a:lvl6pPr algn="l">
              <a:defRPr sz="1875" b="1">
                <a:solidFill>
                  <a:srgbClr val="185AC0"/>
                </a:solidFill>
                <a:latin typeface="Malgun Gothic"/>
                <a:ea typeface="Malgun Gothic"/>
                <a:cs typeface="Malgun Gothic"/>
              </a:defRPr>
            </a:lvl6pPr>
            <a:lvl7pPr algn="l">
              <a:defRPr sz="1875" b="1">
                <a:solidFill>
                  <a:srgbClr val="185AC0"/>
                </a:solidFill>
                <a:latin typeface="Malgun Gothic"/>
                <a:ea typeface="Malgun Gothic"/>
                <a:cs typeface="Malgun Gothic"/>
              </a:defRPr>
            </a:lvl7pPr>
            <a:lvl8pPr algn="l">
              <a:defRPr sz="1875" b="1">
                <a:solidFill>
                  <a:srgbClr val="185AC0"/>
                </a:solidFill>
                <a:latin typeface="Malgun Gothic"/>
                <a:ea typeface="Malgun Gothic"/>
                <a:cs typeface="Malgun Gothic"/>
              </a:defRPr>
            </a:lvl8pPr>
            <a:lvl9pPr algn="l">
              <a:defRPr sz="1875" b="1">
                <a:solidFill>
                  <a:srgbClr val="185AC0"/>
                </a:solidFill>
                <a:latin typeface="Malgun Gothic"/>
                <a:ea typeface="Malgun Gothic"/>
                <a:cs typeface="Malgun Gothic"/>
              </a:defRPr>
            </a:lvl9pPr>
          </a:lstStyle>
          <a:p xmlns:a="http://schemas.openxmlformats.org/drawingml/2006/main">
            <a:pPr algn="l">
              <a:lnSpc>
                <a:spcPct val="115000"/>
              </a:lnSpc>
              <a:buNone/>
              <a:defRPr sz="1875" b="1">
                <a:solidFill>
                  <a:srgbClr val="185AC0"/>
                </a:solidFill>
                <a:latin typeface="Malgun Gothic"/>
                <a:ea typeface="Malgun Gothic"/>
                <a:cs typeface="Malgun Gothic"/>
              </a:defRPr>
            </a:pPr>
            <a:r>
              <a:rPr sz="1875" b="1">
                <a:solidFill>
                  <a:srgbClr val="185AC0"/>
                </a:solidFill>
                <a:latin typeface="Malgun Gothic"/>
                <a:ea typeface="Malgun Gothic"/>
                <a:cs typeface="Malgun Gothic"/>
              </a:rPr>
              <a:t>FieldScope</a:t>
            </a:r>
          </a:p>
        </p:txBody>
      </p:sp>
      <p:sp>
        <p:nvSpPr>
          <p:cNvPr id="32" name="">
            <a:extLst xmlns:a="http://schemas.openxmlformats.org/drawingml/2006/main">
              <a:ext uri="{FF2B5EF4-FFF2-40B4-BE49-F238E27FC236}">
                <a16:creationId xmlns:a16="http://schemas.microsoft.com/office/drawing/2014/main" id="{2D79F29F-DBE9-4D61-9ADB-89837E9AF9BE}"/>
              </a:ext>
            </a:extLst>
          </p:cNvPr>
          <p:cNvSpPr>
            <a:spLocks xmlns:a="http://schemas.openxmlformats.org/drawingml/2006/main" noGrp="1"/>
          </p:cNvSpPr>
          <p:nvPr/>
        </p:nvSpPr>
        <p:spPr>
          <a:xfrm xmlns:a="http://schemas.openxmlformats.org/drawingml/2006/main">
            <a:off x="4324350" y="5705475"/>
            <a:ext cx="716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1748A"/>
                </a:solidFill>
                <a:latin typeface="Malgun Gothic"/>
                <a:ea typeface="Malgun Gothic"/>
                <a:cs typeface="Malgun Gothic"/>
              </a:defRPr>
            </a:defPPr>
            <a:lvl1pPr algn="l">
              <a:defRPr sz="1650" b="0">
                <a:solidFill>
                  <a:srgbClr val="61748A"/>
                </a:solidFill>
                <a:latin typeface="Malgun Gothic"/>
                <a:ea typeface="Malgun Gothic"/>
                <a:cs typeface="Malgun Gothic"/>
              </a:defRPr>
            </a:lvl1pPr>
            <a:lvl2pPr algn="l">
              <a:defRPr sz="1650" b="0">
                <a:solidFill>
                  <a:srgbClr val="61748A"/>
                </a:solidFill>
                <a:latin typeface="Malgun Gothic"/>
                <a:ea typeface="Malgun Gothic"/>
                <a:cs typeface="Malgun Gothic"/>
              </a:defRPr>
            </a:lvl2pPr>
            <a:lvl3pPr algn="l">
              <a:defRPr sz="1650" b="0">
                <a:solidFill>
                  <a:srgbClr val="61748A"/>
                </a:solidFill>
                <a:latin typeface="Malgun Gothic"/>
                <a:ea typeface="Malgun Gothic"/>
                <a:cs typeface="Malgun Gothic"/>
              </a:defRPr>
            </a:lvl3pPr>
            <a:lvl4pPr algn="l">
              <a:defRPr sz="1650" b="0">
                <a:solidFill>
                  <a:srgbClr val="61748A"/>
                </a:solidFill>
                <a:latin typeface="Malgun Gothic"/>
                <a:ea typeface="Malgun Gothic"/>
                <a:cs typeface="Malgun Gothic"/>
              </a:defRPr>
            </a:lvl4pPr>
            <a:lvl5pPr algn="l">
              <a:defRPr sz="1650" b="0">
                <a:solidFill>
                  <a:srgbClr val="61748A"/>
                </a:solidFill>
                <a:latin typeface="Malgun Gothic"/>
                <a:ea typeface="Malgun Gothic"/>
                <a:cs typeface="Malgun Gothic"/>
              </a:defRPr>
            </a:lvl5pPr>
            <a:lvl6pPr algn="l">
              <a:defRPr sz="1650" b="0">
                <a:solidFill>
                  <a:srgbClr val="61748A"/>
                </a:solidFill>
                <a:latin typeface="Malgun Gothic"/>
                <a:ea typeface="Malgun Gothic"/>
                <a:cs typeface="Malgun Gothic"/>
              </a:defRPr>
            </a:lvl6pPr>
            <a:lvl7pPr algn="l">
              <a:defRPr sz="1650" b="0">
                <a:solidFill>
                  <a:srgbClr val="61748A"/>
                </a:solidFill>
                <a:latin typeface="Malgun Gothic"/>
                <a:ea typeface="Malgun Gothic"/>
                <a:cs typeface="Malgun Gothic"/>
              </a:defRPr>
            </a:lvl7pPr>
            <a:lvl8pPr algn="l">
              <a:defRPr sz="1650" b="0">
                <a:solidFill>
                  <a:srgbClr val="61748A"/>
                </a:solidFill>
                <a:latin typeface="Malgun Gothic"/>
                <a:ea typeface="Malgun Gothic"/>
                <a:cs typeface="Malgun Gothic"/>
              </a:defRPr>
            </a:lvl8pPr>
            <a:lvl9pPr algn="l">
              <a:defRPr sz="1650" b="0">
                <a:solidFill>
                  <a:srgbClr val="61748A"/>
                </a:solidFill>
                <a:latin typeface="Malgun Gothic"/>
                <a:ea typeface="Malgun Gothic"/>
                <a:cs typeface="Malgun Gothic"/>
              </a:defRPr>
            </a:lvl9pPr>
          </a:lstStyle>
          <a:p xmlns:a="http://schemas.openxmlformats.org/drawingml/2006/main">
            <a:pPr algn="l">
              <a:lnSpc>
                <a:spcPct val="115000"/>
              </a:lnSpc>
              <a:buNone/>
              <a:defRPr sz="1650" b="0">
                <a:solidFill>
                  <a:srgbClr val="61748A"/>
                </a:solidFill>
                <a:latin typeface="Malgun Gothic"/>
                <a:ea typeface="Malgun Gothic"/>
                <a:cs typeface="Malgun Gothic"/>
              </a:defRPr>
            </a:pPr>
            <a:r>
              <a:rPr sz="1650" b="0">
                <a:solidFill>
                  <a:srgbClr val="61748A"/>
                </a:solidFill>
                <a:latin typeface="Malgun Gothic"/>
                <a:ea typeface="Malgun Gothic"/>
                <a:cs typeface="Malgun Gothic"/>
              </a:rPr>
              <a:t>PLC에 직접 연결해 값·트렌드를 확인하고 수신 이력을 남깁니다.</a:t>
            </a:r>
          </a:p>
        </p:txBody>
      </p:sp>
    </p:spTree>
    <p:extLst>
      <p:ext uri="{BB962C8B-B14F-4D97-AF65-F5344CB8AC3E}">
        <p14:creationId xmlns:p14="http://schemas.microsoft.com/office/powerpoint/2010/main" val="202453233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직사각형 7">
            <a:extLst xmlns:a="http://schemas.openxmlformats.org/drawingml/2006/main">
              <a:ext uri="{FF2B5EF4-FFF2-40B4-BE49-F238E27FC236}">
                <a16:creationId xmlns:a16="http://schemas.microsoft.com/office/drawing/2014/main" id="{2BB9DBED-DFBD-49D5-93AE-196F69174B66}"/>
              </a:ext>
            </a:extLst>
          </p:cNvPr>
          <p:cNvSpPr>
            <a:spLocks xmlns:a="http://schemas.openxmlformats.org/drawingml/2006/main" noGrp="1"/>
          </p:cNvSpPr>
          <p:nvPr/>
        </p:nvSpPr>
        <p:spPr>
          <a:xfrm xmlns:a="http://schemas.openxmlformats.org/drawingml/2006/main">
            <a:off x="609600" y="666750"/>
            <a:ext cx="8572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0D223F"/>
                </a:solidFill>
                <a:latin typeface="Malgun Gothic"/>
                <a:ea typeface="Malgun Gothic"/>
                <a:cs typeface="Malgun Gothic"/>
              </a:defRPr>
            </a:defPPr>
            <a:lvl1pPr algn="l">
              <a:defRPr sz="4500" b="1">
                <a:solidFill>
                  <a:srgbClr val="0D223F"/>
                </a:solidFill>
                <a:latin typeface="Malgun Gothic"/>
                <a:ea typeface="Malgun Gothic"/>
                <a:cs typeface="Malgun Gothic"/>
              </a:defRPr>
            </a:lvl1pPr>
            <a:lvl2pPr algn="l">
              <a:defRPr sz="4500" b="1">
                <a:solidFill>
                  <a:srgbClr val="0D223F"/>
                </a:solidFill>
                <a:latin typeface="Malgun Gothic"/>
                <a:ea typeface="Malgun Gothic"/>
                <a:cs typeface="Malgun Gothic"/>
              </a:defRPr>
            </a:lvl2pPr>
            <a:lvl3pPr algn="l">
              <a:defRPr sz="4500" b="1">
                <a:solidFill>
                  <a:srgbClr val="0D223F"/>
                </a:solidFill>
                <a:latin typeface="Malgun Gothic"/>
                <a:ea typeface="Malgun Gothic"/>
                <a:cs typeface="Malgun Gothic"/>
              </a:defRPr>
            </a:lvl3pPr>
            <a:lvl4pPr algn="l">
              <a:defRPr sz="4500" b="1">
                <a:solidFill>
                  <a:srgbClr val="0D223F"/>
                </a:solidFill>
                <a:latin typeface="Malgun Gothic"/>
                <a:ea typeface="Malgun Gothic"/>
                <a:cs typeface="Malgun Gothic"/>
              </a:defRPr>
            </a:lvl4pPr>
            <a:lvl5pPr algn="l">
              <a:defRPr sz="4500" b="1">
                <a:solidFill>
                  <a:srgbClr val="0D223F"/>
                </a:solidFill>
                <a:latin typeface="Malgun Gothic"/>
                <a:ea typeface="Malgun Gothic"/>
                <a:cs typeface="Malgun Gothic"/>
              </a:defRPr>
            </a:lvl5pPr>
            <a:lvl6pPr algn="l">
              <a:defRPr sz="4500" b="1">
                <a:solidFill>
                  <a:srgbClr val="0D223F"/>
                </a:solidFill>
                <a:latin typeface="Malgun Gothic"/>
                <a:ea typeface="Malgun Gothic"/>
                <a:cs typeface="Malgun Gothic"/>
              </a:defRPr>
            </a:lvl6pPr>
            <a:lvl7pPr algn="l">
              <a:defRPr sz="4500" b="1">
                <a:solidFill>
                  <a:srgbClr val="0D223F"/>
                </a:solidFill>
                <a:latin typeface="Malgun Gothic"/>
                <a:ea typeface="Malgun Gothic"/>
                <a:cs typeface="Malgun Gothic"/>
              </a:defRPr>
            </a:lvl7pPr>
            <a:lvl8pPr algn="l">
              <a:defRPr sz="4500" b="1">
                <a:solidFill>
                  <a:srgbClr val="0D223F"/>
                </a:solidFill>
                <a:latin typeface="Malgun Gothic"/>
                <a:ea typeface="Malgun Gothic"/>
                <a:cs typeface="Malgun Gothic"/>
              </a:defRPr>
            </a:lvl8pPr>
            <a:lvl9pPr algn="l">
              <a:defRPr sz="4500" b="1">
                <a:solidFill>
                  <a:srgbClr val="0D223F"/>
                </a:solidFill>
                <a:latin typeface="Malgun Gothic"/>
                <a:ea typeface="Malgun Gothic"/>
                <a:cs typeface="Malgun Gothic"/>
              </a:defRPr>
            </a:lvl9pPr>
          </a:lstStyle>
          <a:p xmlns:a="http://schemas.openxmlformats.org/drawingml/2006/main">
            <a:pPr algn="l">
              <a:lnSpc>
                <a:spcPct val="115000"/>
              </a:lnSpc>
              <a:buNone/>
              <a:defRPr sz="4500" b="1">
                <a:solidFill>
                  <a:srgbClr val="0D223F"/>
                </a:solidFill>
                <a:latin typeface="Malgun Gothic"/>
                <a:ea typeface="Malgun Gothic"/>
                <a:cs typeface="Malgun Gothic"/>
              </a:defRPr>
            </a:pPr>
            <a:r>
              <a:rPr sz="4500" b="1">
                <a:solidFill>
                  <a:srgbClr val="0D223F"/>
                </a:solidFill>
                <a:latin typeface="Malgun Gothic"/>
                <a:ea typeface="Malgun Gothic"/>
                <a:cs typeface="Malgun Gothic"/>
              </a:rPr>
              <a:t>JAYONSTUDIO</a:t>
            </a:r>
          </a:p>
        </p:txBody>
      </p:sp>
      <p:sp>
        <p:nvSpPr>
          <p:cNvPr id="2" name="직사각형 1">
            <a:extLst xmlns:a="http://schemas.openxmlformats.org/drawingml/2006/main">
              <a:ext uri="{FF2B5EF4-FFF2-40B4-BE49-F238E27FC236}">
                <a16:creationId xmlns:a16="http://schemas.microsoft.com/office/drawing/2014/main" id="{F38FDDEF-04CC-462F-913E-A2E22CA6E562}"/>
              </a:ext>
            </a:extLst>
          </p:cNvPr>
          <p:cNvSpPr>
            <a:spLocks xmlns:a="http://schemas.openxmlformats.org/drawingml/2006/main" noGrp="1"/>
          </p:cNvSpPr>
          <p:nvPr/>
        </p:nvSpPr>
        <p:spPr>
          <a:xfrm xmlns:a="http://schemas.openxmlformats.org/drawingml/2006/main">
            <a:off x="647700" y="1647825"/>
            <a:ext cx="952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61748A"/>
                </a:solidFill>
                <a:latin typeface="Malgun Gothic"/>
                <a:ea typeface="Malgun Gothic"/>
                <a:cs typeface="Malgun Gothic"/>
              </a:defRPr>
            </a:defPPr>
            <a:lvl1pPr algn="l">
              <a:defRPr sz="2475" b="0">
                <a:solidFill>
                  <a:srgbClr val="61748A"/>
                </a:solidFill>
                <a:latin typeface="Malgun Gothic"/>
                <a:ea typeface="Malgun Gothic"/>
                <a:cs typeface="Malgun Gothic"/>
              </a:defRPr>
            </a:lvl1pPr>
            <a:lvl2pPr algn="l">
              <a:defRPr sz="2475" b="0">
                <a:solidFill>
                  <a:srgbClr val="61748A"/>
                </a:solidFill>
                <a:latin typeface="Malgun Gothic"/>
                <a:ea typeface="Malgun Gothic"/>
                <a:cs typeface="Malgun Gothic"/>
              </a:defRPr>
            </a:lvl2pPr>
            <a:lvl3pPr algn="l">
              <a:defRPr sz="2475" b="0">
                <a:solidFill>
                  <a:srgbClr val="61748A"/>
                </a:solidFill>
                <a:latin typeface="Malgun Gothic"/>
                <a:ea typeface="Malgun Gothic"/>
                <a:cs typeface="Malgun Gothic"/>
              </a:defRPr>
            </a:lvl3pPr>
            <a:lvl4pPr algn="l">
              <a:defRPr sz="2475" b="0">
                <a:solidFill>
                  <a:srgbClr val="61748A"/>
                </a:solidFill>
                <a:latin typeface="Malgun Gothic"/>
                <a:ea typeface="Malgun Gothic"/>
                <a:cs typeface="Malgun Gothic"/>
              </a:defRPr>
            </a:lvl4pPr>
            <a:lvl5pPr algn="l">
              <a:defRPr sz="2475" b="0">
                <a:solidFill>
                  <a:srgbClr val="61748A"/>
                </a:solidFill>
                <a:latin typeface="Malgun Gothic"/>
                <a:ea typeface="Malgun Gothic"/>
                <a:cs typeface="Malgun Gothic"/>
              </a:defRPr>
            </a:lvl5pPr>
            <a:lvl6pPr algn="l">
              <a:defRPr sz="2475" b="0">
                <a:solidFill>
                  <a:srgbClr val="61748A"/>
                </a:solidFill>
                <a:latin typeface="Malgun Gothic"/>
                <a:ea typeface="Malgun Gothic"/>
                <a:cs typeface="Malgun Gothic"/>
              </a:defRPr>
            </a:lvl6pPr>
            <a:lvl7pPr algn="l">
              <a:defRPr sz="2475" b="0">
                <a:solidFill>
                  <a:srgbClr val="61748A"/>
                </a:solidFill>
                <a:latin typeface="Malgun Gothic"/>
                <a:ea typeface="Malgun Gothic"/>
                <a:cs typeface="Malgun Gothic"/>
              </a:defRPr>
            </a:lvl7pPr>
            <a:lvl8pPr algn="l">
              <a:defRPr sz="2475" b="0">
                <a:solidFill>
                  <a:srgbClr val="61748A"/>
                </a:solidFill>
                <a:latin typeface="Malgun Gothic"/>
                <a:ea typeface="Malgun Gothic"/>
                <a:cs typeface="Malgun Gothic"/>
              </a:defRPr>
            </a:lvl8pPr>
            <a:lvl9pPr algn="l">
              <a:defRPr sz="2475" b="0">
                <a:solidFill>
                  <a:srgbClr val="61748A"/>
                </a:solidFill>
                <a:latin typeface="Malgun Gothic"/>
                <a:ea typeface="Malgun Gothic"/>
                <a:cs typeface="Malgun Gothic"/>
              </a:defRPr>
            </a:lvl9pPr>
          </a:lstStyle>
          <a:p xmlns:a="http://schemas.openxmlformats.org/drawingml/2006/main">
            <a:pPr algn="l">
              <a:lnSpc>
                <a:spcPct val="115000"/>
              </a:lnSpc>
              <a:buNone/>
              <a:defRPr sz="2475" b="0">
                <a:solidFill>
                  <a:srgbClr val="61748A"/>
                </a:solidFill>
                <a:latin typeface="Malgun Gothic"/>
                <a:ea typeface="Malgun Gothic"/>
                <a:cs typeface="Malgun Gothic"/>
              </a:defRPr>
            </a:pPr>
            <a:r>
              <a:rPr sz="2475" b="0">
                <a:solidFill>
                  <a:srgbClr val="61748A"/>
                </a:solidFill>
                <a:latin typeface="Malgun Gothic"/>
                <a:ea typeface="Malgun Gothic"/>
                <a:cs typeface="Malgun Gothic"/>
              </a:rPr>
              <a:t>산업용 소프트웨어 &amp; 솔루션</a:t>
            </a:r>
          </a:p>
        </p:txBody>
      </p:sp>
      <p:sp>
        <p:nvSpPr>
          <p:cNvPr id="3" name="직사각형 2">
            <a:extLst xmlns:a="http://schemas.openxmlformats.org/drawingml/2006/main">
              <a:ext uri="{FF2B5EF4-FFF2-40B4-BE49-F238E27FC236}">
                <a16:creationId xmlns:a16="http://schemas.microsoft.com/office/drawing/2014/main" id="{71214B06-57D6-4CC7-8A6E-2EB9FBEC06B3}"/>
              </a:ext>
            </a:extLst>
          </p:cNvPr>
          <p:cNvSpPr>
            <a:spLocks xmlns:a="http://schemas.openxmlformats.org/drawingml/2006/main" noGrp="1"/>
          </p:cNvSpPr>
          <p:nvPr/>
        </p:nvSpPr>
        <p:spPr>
          <a:xfrm xmlns:a="http://schemas.openxmlformats.org/drawingml/2006/main">
            <a:off x="647700" y="3067050"/>
            <a:ext cx="9906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D223F"/>
                </a:solidFill>
                <a:latin typeface="Malgun Gothic"/>
                <a:ea typeface="Malgun Gothic"/>
                <a:cs typeface="Malgun Gothic"/>
              </a:defRPr>
            </a:defPPr>
            <a:lvl1pPr algn="l">
              <a:defRPr sz="3300" b="1">
                <a:solidFill>
                  <a:srgbClr val="0D223F"/>
                </a:solidFill>
                <a:latin typeface="Malgun Gothic"/>
                <a:ea typeface="Malgun Gothic"/>
                <a:cs typeface="Malgun Gothic"/>
              </a:defRPr>
            </a:lvl1pPr>
            <a:lvl2pPr algn="l">
              <a:defRPr sz="3300" b="1">
                <a:solidFill>
                  <a:srgbClr val="0D223F"/>
                </a:solidFill>
                <a:latin typeface="Malgun Gothic"/>
                <a:ea typeface="Malgun Gothic"/>
                <a:cs typeface="Malgun Gothic"/>
              </a:defRPr>
            </a:lvl2pPr>
            <a:lvl3pPr algn="l">
              <a:defRPr sz="3300" b="1">
                <a:solidFill>
                  <a:srgbClr val="0D223F"/>
                </a:solidFill>
                <a:latin typeface="Malgun Gothic"/>
                <a:ea typeface="Malgun Gothic"/>
                <a:cs typeface="Malgun Gothic"/>
              </a:defRPr>
            </a:lvl3pPr>
            <a:lvl4pPr algn="l">
              <a:defRPr sz="3300" b="1">
                <a:solidFill>
                  <a:srgbClr val="0D223F"/>
                </a:solidFill>
                <a:latin typeface="Malgun Gothic"/>
                <a:ea typeface="Malgun Gothic"/>
                <a:cs typeface="Malgun Gothic"/>
              </a:defRPr>
            </a:lvl4pPr>
            <a:lvl5pPr algn="l">
              <a:defRPr sz="3300" b="1">
                <a:solidFill>
                  <a:srgbClr val="0D223F"/>
                </a:solidFill>
                <a:latin typeface="Malgun Gothic"/>
                <a:ea typeface="Malgun Gothic"/>
                <a:cs typeface="Malgun Gothic"/>
              </a:defRPr>
            </a:lvl5pPr>
            <a:lvl6pPr algn="l">
              <a:defRPr sz="3300" b="1">
                <a:solidFill>
                  <a:srgbClr val="0D223F"/>
                </a:solidFill>
                <a:latin typeface="Malgun Gothic"/>
                <a:ea typeface="Malgun Gothic"/>
                <a:cs typeface="Malgun Gothic"/>
              </a:defRPr>
            </a:lvl6pPr>
            <a:lvl7pPr algn="l">
              <a:defRPr sz="3300" b="1">
                <a:solidFill>
                  <a:srgbClr val="0D223F"/>
                </a:solidFill>
                <a:latin typeface="Malgun Gothic"/>
                <a:ea typeface="Malgun Gothic"/>
                <a:cs typeface="Malgun Gothic"/>
              </a:defRPr>
            </a:lvl7pPr>
            <a:lvl8pPr algn="l">
              <a:defRPr sz="3300" b="1">
                <a:solidFill>
                  <a:srgbClr val="0D223F"/>
                </a:solidFill>
                <a:latin typeface="Malgun Gothic"/>
                <a:ea typeface="Malgun Gothic"/>
                <a:cs typeface="Malgun Gothic"/>
              </a:defRPr>
            </a:lvl8pPr>
            <a:lvl9pPr algn="l">
              <a:defRPr sz="3300" b="1">
                <a:solidFill>
                  <a:srgbClr val="0D223F"/>
                </a:solidFill>
                <a:latin typeface="Malgun Gothic"/>
                <a:ea typeface="Malgun Gothic"/>
                <a:cs typeface="Malgun Gothic"/>
              </a:defRPr>
            </a:lvl9pPr>
          </a:lstStyle>
          <a:p xmlns:a="http://schemas.openxmlformats.org/drawingml/2006/main">
            <a:pPr algn="l">
              <a:lnSpc>
                <a:spcPct val="115000"/>
              </a:lnSpc>
              <a:buNone/>
              <a:defRPr sz="3300" b="1">
                <a:solidFill>
                  <a:srgbClr val="0D223F"/>
                </a:solidFill>
                <a:latin typeface="Malgun Gothic"/>
                <a:ea typeface="Malgun Gothic"/>
                <a:cs typeface="Malgun Gothic"/>
              </a:defRPr>
            </a:pPr>
            <a:r>
              <a:rPr sz="3300" b="1">
                <a:solidFill>
                  <a:srgbClr val="0D223F"/>
                </a:solidFill>
                <a:latin typeface="Malgun Gothic"/>
                <a:ea typeface="Malgun Gothic"/>
                <a:cs typeface="Malgun Gothic"/>
              </a:rPr>
              <a:t>제품</a:t>
            </a:r>
            <a:r>
              <a:rPr sz="3300" b="1">
                <a:solidFill>
                  <a:srgbClr val="0D223F"/>
                </a:solidFill>
                <a:latin typeface="Malgun Gothic"/>
                <a:ea typeface="Malgun Gothic"/>
                <a:cs typeface="Malgun Gothic"/>
              </a:rPr>
              <a:t> </a:t>
            </a:r>
            <a:r>
              <a:rPr sz="3300" b="1">
                <a:solidFill>
                  <a:srgbClr val="0D223F"/>
                </a:solidFill>
                <a:latin typeface="Malgun Gothic"/>
                <a:ea typeface="Malgun Gothic"/>
                <a:cs typeface="Malgun Gothic"/>
              </a:rPr>
              <a:t>문의</a:t>
            </a:r>
            <a:endParaRPr sz="3300" b="1">
              <a:solidFill>
                <a:srgbClr val="0D223F"/>
              </a:solidFill>
              <a:latin typeface="Malgun Gothic"/>
              <a:ea typeface="Malgun Gothic"/>
              <a:cs typeface="Malgun Gothic"/>
            </a:endParaRPr>
          </a:p>
        </p:txBody>
      </p:sp>
      <p:sp>
        <p:nvSpPr>
          <p:cNvPr id="4" name="직사각형 3">
            <a:extLst xmlns:a="http://schemas.openxmlformats.org/drawingml/2006/main">
              <a:ext uri="{FF2B5EF4-FFF2-40B4-BE49-F238E27FC236}">
                <a16:creationId xmlns:a16="http://schemas.microsoft.com/office/drawing/2014/main" id="{B6D9F150-F9D3-4ED2-A0C8-48800B6432FD}"/>
              </a:ext>
            </a:extLst>
          </p:cNvPr>
          <p:cNvSpPr>
            <a:spLocks xmlns:a="http://schemas.openxmlformats.org/drawingml/2006/main" noGrp="1"/>
          </p:cNvSpPr>
          <p:nvPr/>
        </p:nvSpPr>
        <p:spPr>
          <a:xfrm xmlns:a="http://schemas.openxmlformats.org/drawingml/2006/main">
            <a:off x="647700" y="3634624"/>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85AC0"/>
                </a:solidFill>
                <a:latin typeface="Malgun Gothic"/>
                <a:ea typeface="Malgun Gothic"/>
                <a:cs typeface="Malgun Gothic"/>
              </a:defRPr>
            </a:defPPr>
            <a:lvl1pPr algn="l">
              <a:defRPr sz="3225" b="1">
                <a:solidFill>
                  <a:srgbClr val="185AC0"/>
                </a:solidFill>
                <a:latin typeface="Malgun Gothic"/>
                <a:ea typeface="Malgun Gothic"/>
                <a:cs typeface="Malgun Gothic"/>
              </a:defRPr>
            </a:lvl1pPr>
            <a:lvl2pPr algn="l">
              <a:defRPr sz="3225" b="1">
                <a:solidFill>
                  <a:srgbClr val="185AC0"/>
                </a:solidFill>
                <a:latin typeface="Malgun Gothic"/>
                <a:ea typeface="Malgun Gothic"/>
                <a:cs typeface="Malgun Gothic"/>
              </a:defRPr>
            </a:lvl2pPr>
            <a:lvl3pPr algn="l">
              <a:defRPr sz="3225" b="1">
                <a:solidFill>
                  <a:srgbClr val="185AC0"/>
                </a:solidFill>
                <a:latin typeface="Malgun Gothic"/>
                <a:ea typeface="Malgun Gothic"/>
                <a:cs typeface="Malgun Gothic"/>
              </a:defRPr>
            </a:lvl3pPr>
            <a:lvl4pPr algn="l">
              <a:defRPr sz="3225" b="1">
                <a:solidFill>
                  <a:srgbClr val="185AC0"/>
                </a:solidFill>
                <a:latin typeface="Malgun Gothic"/>
                <a:ea typeface="Malgun Gothic"/>
                <a:cs typeface="Malgun Gothic"/>
              </a:defRPr>
            </a:lvl4pPr>
            <a:lvl5pPr algn="l">
              <a:defRPr sz="3225" b="1">
                <a:solidFill>
                  <a:srgbClr val="185AC0"/>
                </a:solidFill>
                <a:latin typeface="Malgun Gothic"/>
                <a:ea typeface="Malgun Gothic"/>
                <a:cs typeface="Malgun Gothic"/>
              </a:defRPr>
            </a:lvl5pPr>
            <a:lvl6pPr algn="l">
              <a:defRPr sz="3225" b="1">
                <a:solidFill>
                  <a:srgbClr val="185AC0"/>
                </a:solidFill>
                <a:latin typeface="Malgun Gothic"/>
                <a:ea typeface="Malgun Gothic"/>
                <a:cs typeface="Malgun Gothic"/>
              </a:defRPr>
            </a:lvl6pPr>
            <a:lvl7pPr algn="l">
              <a:defRPr sz="3225" b="1">
                <a:solidFill>
                  <a:srgbClr val="185AC0"/>
                </a:solidFill>
                <a:latin typeface="Malgun Gothic"/>
                <a:ea typeface="Malgun Gothic"/>
                <a:cs typeface="Malgun Gothic"/>
              </a:defRPr>
            </a:lvl7pPr>
            <a:lvl8pPr algn="l">
              <a:defRPr sz="3225" b="1">
                <a:solidFill>
                  <a:srgbClr val="185AC0"/>
                </a:solidFill>
                <a:latin typeface="Malgun Gothic"/>
                <a:ea typeface="Malgun Gothic"/>
                <a:cs typeface="Malgun Gothic"/>
              </a:defRPr>
            </a:lvl8pPr>
            <a:lvl9pPr algn="l">
              <a:defRPr sz="3225" b="1">
                <a:solidFill>
                  <a:srgbClr val="185AC0"/>
                </a:solidFill>
                <a:latin typeface="Malgun Gothic"/>
                <a:ea typeface="Malgun Gothic"/>
                <a:cs typeface="Malgun Gothic"/>
              </a:defRPr>
            </a:lvl9pPr>
          </a:lstStyle>
          <a:p xmlns:a="http://schemas.openxmlformats.org/drawingml/2006/main">
            <a:pPr algn="l">
              <a:lnSpc>
                <a:spcPct val="115000"/>
              </a:lnSpc>
              <a:buNone/>
              <a:defRPr sz="3225" b="1">
                <a:solidFill>
                  <a:srgbClr val="185AC0"/>
                </a:solidFill>
                <a:latin typeface="Malgun Gothic"/>
                <a:ea typeface="Malgun Gothic"/>
                <a:cs typeface="Malgun Gothic"/>
              </a:defRPr>
            </a:pPr>
            <a:r>
              <a:rPr sz="3225" b="1">
                <a:solidFill>
                  <a:srgbClr val="185AC0"/>
                </a:solidFill>
                <a:latin typeface="Malgun Gothic"/>
                <a:ea typeface="Malgun Gothic"/>
                <a:cs typeface="Malgun Gothic"/>
              </a:rPr>
              <a:t>rlawngur4776@naver.com</a:t>
            </a:r>
          </a:p>
        </p:txBody>
      </p:sp>
      <p:sp>
        <p:nvSpPr>
          <p:cNvPr id="5" name="직사각형 4">
            <a:extLst xmlns:a="http://schemas.openxmlformats.org/drawingml/2006/main">
              <a:ext uri="{FF2B5EF4-FFF2-40B4-BE49-F238E27FC236}">
                <a16:creationId xmlns:a16="http://schemas.microsoft.com/office/drawing/2014/main" id="{A03C12DB-03AA-4457-8DDB-C4045773F7C6}"/>
              </a:ext>
            </a:extLst>
          </p:cNvPr>
          <p:cNvSpPr>
            <a:spLocks xmlns:a="http://schemas.openxmlformats.org/drawingml/2006/main" noGrp="1"/>
          </p:cNvSpPr>
          <p:nvPr/>
        </p:nvSpPr>
        <p:spPr>
          <a:xfrm xmlns:a="http://schemas.openxmlformats.org/drawingml/2006/main">
            <a:off x="647700" y="5219700"/>
            <a:ext cx="952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1748A"/>
                </a:solidFill>
                <a:latin typeface="Malgun Gothic"/>
                <a:ea typeface="Malgun Gothic"/>
                <a:cs typeface="Malgun Gothic"/>
              </a:defRPr>
            </a:defPPr>
            <a:lvl1pPr algn="l">
              <a:defRPr sz="1875" b="0">
                <a:solidFill>
                  <a:srgbClr val="61748A"/>
                </a:solidFill>
                <a:latin typeface="Malgun Gothic"/>
                <a:ea typeface="Malgun Gothic"/>
                <a:cs typeface="Malgun Gothic"/>
              </a:defRPr>
            </a:lvl1pPr>
            <a:lvl2pPr algn="l">
              <a:defRPr sz="1875" b="0">
                <a:solidFill>
                  <a:srgbClr val="61748A"/>
                </a:solidFill>
                <a:latin typeface="Malgun Gothic"/>
                <a:ea typeface="Malgun Gothic"/>
                <a:cs typeface="Malgun Gothic"/>
              </a:defRPr>
            </a:lvl2pPr>
            <a:lvl3pPr algn="l">
              <a:defRPr sz="1875" b="0">
                <a:solidFill>
                  <a:srgbClr val="61748A"/>
                </a:solidFill>
                <a:latin typeface="Malgun Gothic"/>
                <a:ea typeface="Malgun Gothic"/>
                <a:cs typeface="Malgun Gothic"/>
              </a:defRPr>
            </a:lvl3pPr>
            <a:lvl4pPr algn="l">
              <a:defRPr sz="1875" b="0">
                <a:solidFill>
                  <a:srgbClr val="61748A"/>
                </a:solidFill>
                <a:latin typeface="Malgun Gothic"/>
                <a:ea typeface="Malgun Gothic"/>
                <a:cs typeface="Malgun Gothic"/>
              </a:defRPr>
            </a:lvl4pPr>
            <a:lvl5pPr algn="l">
              <a:defRPr sz="1875" b="0">
                <a:solidFill>
                  <a:srgbClr val="61748A"/>
                </a:solidFill>
                <a:latin typeface="Malgun Gothic"/>
                <a:ea typeface="Malgun Gothic"/>
                <a:cs typeface="Malgun Gothic"/>
              </a:defRPr>
            </a:lvl5pPr>
            <a:lvl6pPr algn="l">
              <a:defRPr sz="1875" b="0">
                <a:solidFill>
                  <a:srgbClr val="61748A"/>
                </a:solidFill>
                <a:latin typeface="Malgun Gothic"/>
                <a:ea typeface="Malgun Gothic"/>
                <a:cs typeface="Malgun Gothic"/>
              </a:defRPr>
            </a:lvl6pPr>
            <a:lvl7pPr algn="l">
              <a:defRPr sz="1875" b="0">
                <a:solidFill>
                  <a:srgbClr val="61748A"/>
                </a:solidFill>
                <a:latin typeface="Malgun Gothic"/>
                <a:ea typeface="Malgun Gothic"/>
                <a:cs typeface="Malgun Gothic"/>
              </a:defRPr>
            </a:lvl7pPr>
            <a:lvl8pPr algn="l">
              <a:defRPr sz="1875" b="0">
                <a:solidFill>
                  <a:srgbClr val="61748A"/>
                </a:solidFill>
                <a:latin typeface="Malgun Gothic"/>
                <a:ea typeface="Malgun Gothic"/>
                <a:cs typeface="Malgun Gothic"/>
              </a:defRPr>
            </a:lvl8pPr>
            <a:lvl9pPr algn="l">
              <a:defRPr sz="1875" b="0">
                <a:solidFill>
                  <a:srgbClr val="61748A"/>
                </a:solidFill>
                <a:latin typeface="Malgun Gothic"/>
                <a:ea typeface="Malgun Gothic"/>
                <a:cs typeface="Malgun Gothic"/>
              </a:defRPr>
            </a:lvl9pPr>
          </a:lstStyle>
          <a:p xmlns:a="http://schemas.openxmlformats.org/drawingml/2006/main">
            <a:pPr algn="l">
              <a:lnSpc>
                <a:spcPct val="115000"/>
              </a:lnSpc>
              <a:buNone/>
              <a:defRPr sz="1875" b="0">
                <a:solidFill>
                  <a:srgbClr val="61748A"/>
                </a:solidFill>
                <a:latin typeface="Malgun Gothic"/>
                <a:ea typeface="Malgun Gothic"/>
                <a:cs typeface="Malgun Gothic"/>
              </a:defRPr>
            </a:pPr>
            <a:r>
              <a:rPr sz="1875" b="0">
                <a:solidFill>
                  <a:srgbClr val="61748A"/>
                </a:solidFill>
                <a:latin typeface="Malgun Gothic"/>
                <a:ea typeface="Malgun Gothic"/>
                <a:cs typeface="Malgun Gothic"/>
              </a:rPr>
              <a:t>제품 소개와 다운로드</a:t>
            </a:r>
          </a:p>
        </p:txBody>
      </p:sp>
      <p:sp>
        <p:nvSpPr>
          <p:cNvPr id="6" name="직사각형 5">
            <a:extLst xmlns:a="http://schemas.openxmlformats.org/drawingml/2006/main">
              <a:ext uri="{FF2B5EF4-FFF2-40B4-BE49-F238E27FC236}">
                <a16:creationId xmlns:a16="http://schemas.microsoft.com/office/drawing/2014/main" id="{D95129A2-2C53-4BE4-B84E-F329EA9BB46D}"/>
              </a:ext>
            </a:extLst>
          </p:cNvPr>
          <p:cNvSpPr>
            <a:spLocks xmlns:a="http://schemas.openxmlformats.org/drawingml/2006/main" noGrp="1"/>
          </p:cNvSpPr>
          <p:nvPr/>
        </p:nvSpPr>
        <p:spPr>
          <a:xfrm xmlns:a="http://schemas.openxmlformats.org/drawingml/2006/main">
            <a:off x="647700" y="57150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F3248"/>
                </a:solidFill>
                <a:latin typeface="Malgun Gothic"/>
                <a:ea typeface="Malgun Gothic"/>
                <a:cs typeface="Malgun Gothic"/>
              </a:defRPr>
            </a:defPPr>
            <a:lvl1pPr algn="l">
              <a:defRPr sz="2100" b="0">
                <a:solidFill>
                  <a:srgbClr val="1F3248"/>
                </a:solidFill>
                <a:latin typeface="Malgun Gothic"/>
                <a:ea typeface="Malgun Gothic"/>
                <a:cs typeface="Malgun Gothic"/>
              </a:defRPr>
            </a:lvl1pPr>
            <a:lvl2pPr algn="l">
              <a:defRPr sz="2100" b="0">
                <a:solidFill>
                  <a:srgbClr val="1F3248"/>
                </a:solidFill>
                <a:latin typeface="Malgun Gothic"/>
                <a:ea typeface="Malgun Gothic"/>
                <a:cs typeface="Malgun Gothic"/>
              </a:defRPr>
            </a:lvl2pPr>
            <a:lvl3pPr algn="l">
              <a:defRPr sz="2100" b="0">
                <a:solidFill>
                  <a:srgbClr val="1F3248"/>
                </a:solidFill>
                <a:latin typeface="Malgun Gothic"/>
                <a:ea typeface="Malgun Gothic"/>
                <a:cs typeface="Malgun Gothic"/>
              </a:defRPr>
            </a:lvl3pPr>
            <a:lvl4pPr algn="l">
              <a:defRPr sz="2100" b="0">
                <a:solidFill>
                  <a:srgbClr val="1F3248"/>
                </a:solidFill>
                <a:latin typeface="Malgun Gothic"/>
                <a:ea typeface="Malgun Gothic"/>
                <a:cs typeface="Malgun Gothic"/>
              </a:defRPr>
            </a:lvl4pPr>
            <a:lvl5pPr algn="l">
              <a:defRPr sz="2100" b="0">
                <a:solidFill>
                  <a:srgbClr val="1F3248"/>
                </a:solidFill>
                <a:latin typeface="Malgun Gothic"/>
                <a:ea typeface="Malgun Gothic"/>
                <a:cs typeface="Malgun Gothic"/>
              </a:defRPr>
            </a:lvl5pPr>
            <a:lvl6pPr algn="l">
              <a:defRPr sz="2100" b="0">
                <a:solidFill>
                  <a:srgbClr val="1F3248"/>
                </a:solidFill>
                <a:latin typeface="Malgun Gothic"/>
                <a:ea typeface="Malgun Gothic"/>
                <a:cs typeface="Malgun Gothic"/>
              </a:defRPr>
            </a:lvl6pPr>
            <a:lvl7pPr algn="l">
              <a:defRPr sz="2100" b="0">
                <a:solidFill>
                  <a:srgbClr val="1F3248"/>
                </a:solidFill>
                <a:latin typeface="Malgun Gothic"/>
                <a:ea typeface="Malgun Gothic"/>
                <a:cs typeface="Malgun Gothic"/>
              </a:defRPr>
            </a:lvl7pPr>
            <a:lvl8pPr algn="l">
              <a:defRPr sz="2100" b="0">
                <a:solidFill>
                  <a:srgbClr val="1F3248"/>
                </a:solidFill>
                <a:latin typeface="Malgun Gothic"/>
                <a:ea typeface="Malgun Gothic"/>
                <a:cs typeface="Malgun Gothic"/>
              </a:defRPr>
            </a:lvl8pPr>
            <a:lvl9pPr algn="l">
              <a:defRPr sz="2100" b="0">
                <a:solidFill>
                  <a:srgbClr val="1F3248"/>
                </a:solidFill>
                <a:latin typeface="Malgun Gothic"/>
                <a:ea typeface="Malgun Gothic"/>
                <a:cs typeface="Malgun Gothic"/>
              </a:defRPr>
            </a:lvl9pPr>
          </a:lstStyle>
          <a:p xmlns:a="http://schemas.openxmlformats.org/drawingml/2006/main">
            <a:pPr algn="l">
              <a:lnSpc>
                <a:spcPct val="115000"/>
              </a:lnSpc>
              <a:buNone/>
              <a:defRPr sz="2100" b="0">
                <a:solidFill>
                  <a:srgbClr val="1F3248"/>
                </a:solidFill>
                <a:latin typeface="Malgun Gothic"/>
                <a:ea typeface="Malgun Gothic"/>
                <a:cs typeface="Malgun Gothic"/>
              </a:defRPr>
            </a:pPr>
            <a:r>
              <a:rPr sz="2100" b="0">
                <a:solidFill>
                  <a:srgbClr val="1F3248"/>
                </a:solidFill>
                <a:latin typeface="Malgun Gothic"/>
                <a:ea typeface="Malgun Gothic"/>
                <a:cs typeface="Malgun Gothic"/>
              </a:rPr>
              <a:t>jay-kim4776.github.io/JAYON-STUDIO/</a:t>
            </a:r>
          </a:p>
        </p:txBody>
      </p:sp>
      <p:sp>
        <p:nvSpPr>
          <p:cNvPr id="7" name="직사각형 6">
            <a:extLst xmlns:a="http://schemas.openxmlformats.org/drawingml/2006/main">
              <a:ext uri="{FF2B5EF4-FFF2-40B4-BE49-F238E27FC236}">
                <a16:creationId xmlns:a16="http://schemas.microsoft.com/office/drawing/2014/main" id="{7B8463FF-8601-49B4-90AD-8B35C58254E5}"/>
              </a:ext>
            </a:extLst>
          </p:cNvPr>
          <p:cNvSpPr>
            <a:spLocks xmlns:a="http://schemas.openxmlformats.org/drawingml/2006/main" noGrp="1"/>
          </p:cNvSpPr>
          <p:nvPr/>
        </p:nvSpPr>
        <p:spPr>
          <a:xfrm xmlns:a="http://schemas.openxmlformats.org/drawingml/2006/main">
            <a:off x="647700" y="6419850"/>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1748A"/>
                </a:solidFill>
                <a:latin typeface="Malgun Gothic"/>
                <a:ea typeface="Malgun Gothic"/>
                <a:cs typeface="Malgun Gothic"/>
              </a:defRPr>
            </a:defPPr>
            <a:lvl1pPr algn="l">
              <a:defRPr sz="1200" b="0">
                <a:solidFill>
                  <a:srgbClr val="61748A"/>
                </a:solidFill>
                <a:latin typeface="Malgun Gothic"/>
                <a:ea typeface="Malgun Gothic"/>
                <a:cs typeface="Malgun Gothic"/>
              </a:defRPr>
            </a:lvl1pPr>
            <a:lvl2pPr algn="l">
              <a:defRPr sz="1200" b="0">
                <a:solidFill>
                  <a:srgbClr val="61748A"/>
                </a:solidFill>
                <a:latin typeface="Malgun Gothic"/>
                <a:ea typeface="Malgun Gothic"/>
                <a:cs typeface="Malgun Gothic"/>
              </a:defRPr>
            </a:lvl2pPr>
            <a:lvl3pPr algn="l">
              <a:defRPr sz="1200" b="0">
                <a:solidFill>
                  <a:srgbClr val="61748A"/>
                </a:solidFill>
                <a:latin typeface="Malgun Gothic"/>
                <a:ea typeface="Malgun Gothic"/>
                <a:cs typeface="Malgun Gothic"/>
              </a:defRPr>
            </a:lvl3pPr>
            <a:lvl4pPr algn="l">
              <a:defRPr sz="1200" b="0">
                <a:solidFill>
                  <a:srgbClr val="61748A"/>
                </a:solidFill>
                <a:latin typeface="Malgun Gothic"/>
                <a:ea typeface="Malgun Gothic"/>
                <a:cs typeface="Malgun Gothic"/>
              </a:defRPr>
            </a:lvl4pPr>
            <a:lvl5pPr algn="l">
              <a:defRPr sz="1200" b="0">
                <a:solidFill>
                  <a:srgbClr val="61748A"/>
                </a:solidFill>
                <a:latin typeface="Malgun Gothic"/>
                <a:ea typeface="Malgun Gothic"/>
                <a:cs typeface="Malgun Gothic"/>
              </a:defRPr>
            </a:lvl5pPr>
            <a:lvl6pPr algn="l">
              <a:defRPr sz="1200" b="0">
                <a:solidFill>
                  <a:srgbClr val="61748A"/>
                </a:solidFill>
                <a:latin typeface="Malgun Gothic"/>
                <a:ea typeface="Malgun Gothic"/>
                <a:cs typeface="Malgun Gothic"/>
              </a:defRPr>
            </a:lvl6pPr>
            <a:lvl7pPr algn="l">
              <a:defRPr sz="1200" b="0">
                <a:solidFill>
                  <a:srgbClr val="61748A"/>
                </a:solidFill>
                <a:latin typeface="Malgun Gothic"/>
                <a:ea typeface="Malgun Gothic"/>
                <a:cs typeface="Malgun Gothic"/>
              </a:defRPr>
            </a:lvl7pPr>
            <a:lvl8pPr algn="l">
              <a:defRPr sz="1200" b="0">
                <a:solidFill>
                  <a:srgbClr val="61748A"/>
                </a:solidFill>
                <a:latin typeface="Malgun Gothic"/>
                <a:ea typeface="Malgun Gothic"/>
                <a:cs typeface="Malgun Gothic"/>
              </a:defRPr>
            </a:lvl8pPr>
            <a:lvl9pPr algn="l">
              <a:defRPr sz="1200" b="0">
                <a:solidFill>
                  <a:srgbClr val="61748A"/>
                </a:solidFill>
                <a:latin typeface="Malgun Gothic"/>
                <a:ea typeface="Malgun Gothic"/>
                <a:cs typeface="Malgun Gothic"/>
              </a:defRPr>
            </a:lvl9pPr>
          </a:lstStyle>
          <a:p xmlns:a="http://schemas.openxmlformats.org/drawingml/2006/main">
            <a:pPr algn="l">
              <a:lnSpc>
                <a:spcPct val="115000"/>
              </a:lnSpc>
              <a:buNone/>
              <a:defRPr sz="1200" b="0">
                <a:solidFill>
                  <a:srgbClr val="61748A"/>
                </a:solidFill>
                <a:latin typeface="Malgun Gothic"/>
                <a:ea typeface="Malgun Gothic"/>
                <a:cs typeface="Malgun Gothic"/>
              </a:defRPr>
            </a:pPr>
            <a:r>
              <a:rPr sz="1200" b="0">
                <a:solidFill>
                  <a:srgbClr val="61748A"/>
                </a:solidFill>
                <a:latin typeface="Malgun Gothic"/>
                <a:ea typeface="Malgun Gothic"/>
                <a:cs typeface="Malgun Gothic"/>
              </a:rPr>
              <a:t>2026.10</a:t>
            </a:r>
          </a:p>
        </p:txBody>
      </p:sp>
    </p:spTree>
    <p:extLst>
      <p:ext uri="{BB962C8B-B14F-4D97-AF65-F5344CB8AC3E}">
        <p14:creationId xmlns:p14="http://schemas.microsoft.com/office/powerpoint/2010/main" val="131290818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2026-10-17T18:10:30.1320000Z</dcterms:created>
  <dcterms:modified xsi:type="dcterms:W3CDTF">2026-10-17T18:10:30.1320000Z</dcterms:modified>
</coreProperties>
</file>