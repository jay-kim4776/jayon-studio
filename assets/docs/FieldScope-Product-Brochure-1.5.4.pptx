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fba271eb04567" /><Relationship Type="http://schemas.openxmlformats.org/officeDocument/2006/relationships/extended-properties" Target="/docProps/app.xml" Id="R18a46ca8861341c9" /><Relationship Type="http://schemas.openxmlformats.org/officeDocument/2006/relationships/officeDocument" Target="/ppt/presentation.xml" Id="R214fc0726337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5b0f30c434727"/>
  </p:sldMasterIdLst>
  <p:notesMasterIdLst>
    <p:notesMasterId xmlns:r="http://schemas.openxmlformats.org/officeDocument/2006/relationships" r:id="R7212dbc4f2634524"/>
  </p:notesMasterIdLst>
  <p:sldIdLst>
    <p:sldId xmlns:r="http://schemas.openxmlformats.org/officeDocument/2006/relationships" id="256" r:id="Reb12ff65eb61415d"/>
    <p:sldId xmlns:r="http://schemas.openxmlformats.org/officeDocument/2006/relationships" id="257" r:id="R12a5b17956b64fd5"/>
    <p:sldId xmlns:r="http://schemas.openxmlformats.org/officeDocument/2006/relationships" id="258" r:id="R36f9fbe007ea41be"/>
    <p:sldId xmlns:r="http://schemas.openxmlformats.org/officeDocument/2006/relationships" id="259" r:id="Rf04a84dedb4549db"/>
    <p:sldId xmlns:r="http://schemas.openxmlformats.org/officeDocument/2006/relationships" id="260" r:id="R8a581488bccd404f"/>
    <p:sldId xmlns:r="http://schemas.openxmlformats.org/officeDocument/2006/relationships" id="261" r:id="R6510fddb06b449fd"/>
    <p:sldId xmlns:r="http://schemas.openxmlformats.org/officeDocument/2006/relationships" id="262" r:id="R3370810ea43c4f29"/>
    <p:sldId xmlns:r="http://schemas.openxmlformats.org/officeDocument/2006/relationships" id="263" r:id="R38826a8c66c8478a"/>
    <p:sldId xmlns:r="http://schemas.openxmlformats.org/officeDocument/2006/relationships" id="264" r:id="Rba2df97c03a34816"/>
    <p:sldId xmlns:r="http://schemas.openxmlformats.org/officeDocument/2006/relationships" id="265" r:id="Racc8fb1864ac4172"/>
    <p:sldId xmlns:r="http://schemas.openxmlformats.org/officeDocument/2006/relationships" id="266" r:id="R5a9e9c2cd4bc4bfb"/>
    <p:sldId xmlns:r="http://schemas.openxmlformats.org/officeDocument/2006/relationships" id="267" r:id="R2d42524f49c24e56"/>
    <p:sldId xmlns:r="http://schemas.openxmlformats.org/officeDocument/2006/relationships" id="268" r:id="Rfa69f3d542a84f57"/>
    <p:sldId xmlns:r="http://schemas.openxmlformats.org/officeDocument/2006/relationships" id="269" r:id="Rca93389061bb416a"/>
    <p:sldId xmlns:r="http://schemas.openxmlformats.org/officeDocument/2006/relationships" id="270" r:id="Ra6be7e0a56d84913"/>
    <p:sldId xmlns:r="http://schemas.openxmlformats.org/officeDocument/2006/relationships" id="271" r:id="R4a2978dbf14744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66282eb2294577" /><Relationship Type="http://schemas.openxmlformats.org/officeDocument/2006/relationships/slideMaster" Target="/ppt/slideMasters/slideMaster1.xml" Id="Ra455b0f30c434727" /><Relationship Type="http://schemas.openxmlformats.org/officeDocument/2006/relationships/notesMaster" Target="/ppt/notesMasters/notesMaster1.xml" Id="R7212dbc4f2634524" /><Relationship Type="http://schemas.openxmlformats.org/officeDocument/2006/relationships/presProps" Target="/ppt/presProps.xml" Id="R2e638e3fdf47489d" /><Relationship Type="http://schemas.openxmlformats.org/officeDocument/2006/relationships/tableStyles" Target="/ppt/tableStyles.xml" Id="R8008e77cf81344e7" /><Relationship Type="http://schemas.openxmlformats.org/officeDocument/2006/relationships/slide" Target="/ppt/slides/slide1.xml" Id="Reb12ff65eb61415d" /><Relationship Type="http://schemas.openxmlformats.org/officeDocument/2006/relationships/slide" Target="/ppt/slides/slide2.xml" Id="R12a5b17956b64fd5" /><Relationship Type="http://schemas.openxmlformats.org/officeDocument/2006/relationships/slide" Target="/ppt/slides/slide3.xml" Id="R36f9fbe007ea41be" /><Relationship Type="http://schemas.openxmlformats.org/officeDocument/2006/relationships/slide" Target="/ppt/slides/slide4.xml" Id="Rf04a84dedb4549db" /><Relationship Type="http://schemas.openxmlformats.org/officeDocument/2006/relationships/slide" Target="/ppt/slides/slide5.xml" Id="R8a581488bccd404f" /><Relationship Type="http://schemas.openxmlformats.org/officeDocument/2006/relationships/slide" Target="/ppt/slides/slide6.xml" Id="R6510fddb06b449fd" /><Relationship Type="http://schemas.openxmlformats.org/officeDocument/2006/relationships/slide" Target="/ppt/slides/slide7.xml" Id="R3370810ea43c4f29" /><Relationship Type="http://schemas.openxmlformats.org/officeDocument/2006/relationships/slide" Target="/ppt/slides/slide8.xml" Id="R38826a8c66c8478a" /><Relationship Type="http://schemas.openxmlformats.org/officeDocument/2006/relationships/slide" Target="/ppt/slides/slide9.xml" Id="Rba2df97c03a34816" /><Relationship Type="http://schemas.openxmlformats.org/officeDocument/2006/relationships/slide" Target="/ppt/slides/slide10.xml" Id="Racc8fb1864ac4172" /><Relationship Type="http://schemas.openxmlformats.org/officeDocument/2006/relationships/slide" Target="/ppt/slides/slide11.xml" Id="R5a9e9c2cd4bc4bfb" /><Relationship Type="http://schemas.openxmlformats.org/officeDocument/2006/relationships/slide" Target="/ppt/slides/slide12.xml" Id="R2d42524f49c24e56" /><Relationship Type="http://schemas.openxmlformats.org/officeDocument/2006/relationships/slide" Target="/ppt/slides/slide13.xml" Id="Rfa69f3d542a84f57" /><Relationship Type="http://schemas.openxmlformats.org/officeDocument/2006/relationships/slide" Target="/ppt/slides/slide14.xml" Id="Rca93389061bb416a" /><Relationship Type="http://schemas.openxmlformats.org/officeDocument/2006/relationships/slide" Target="/ppt/slides/slide15.xml" Id="Ra6be7e0a56d84913" /><Relationship Type="http://schemas.openxmlformats.org/officeDocument/2006/relationships/slide" Target="/ppt/slides/slide16.xml" Id="R4a2978dbf14744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f2b20261914b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83029760b746d1" /><Relationship Type="http://schemas.openxmlformats.org/officeDocument/2006/relationships/notesMaster" Target="/ppt/notesMasters/notesMaster1.xml" Id="Rc8101b0b3ef249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b081ca00064100" /><Relationship Type="http://schemas.openxmlformats.org/officeDocument/2006/relationships/notesMaster" Target="/ppt/notesMasters/notesMaster1.xml" Id="Rcfde1ebe2a464d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b4c0b70f547c1" /><Relationship Type="http://schemas.openxmlformats.org/officeDocument/2006/relationships/notesMaster" Target="/ppt/notesMasters/notesMaster1.xml" Id="R83e95fae2c0b4e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54960269cd4be5" /><Relationship Type="http://schemas.openxmlformats.org/officeDocument/2006/relationships/notesMaster" Target="/ppt/notesMasters/notesMaster1.xml" Id="R3a85807fbdc84a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7014bb7154cb9" /><Relationship Type="http://schemas.openxmlformats.org/officeDocument/2006/relationships/notesMaster" Target="/ppt/notesMasters/notesMaster1.xml" Id="R16a79805f00240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553cde6d5f4491" /><Relationship Type="http://schemas.openxmlformats.org/officeDocument/2006/relationships/notesMaster" Target="/ppt/notesMasters/notesMaster1.xml" Id="R8e99f4eef32046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aa2e2056e84b96" /><Relationship Type="http://schemas.openxmlformats.org/officeDocument/2006/relationships/notesMaster" Target="/ppt/notesMasters/notesMaster1.xml" Id="Rd11794bc85d045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9c34e51aca46a5" /><Relationship Type="http://schemas.openxmlformats.org/officeDocument/2006/relationships/notesMaster" Target="/ppt/notesMasters/notesMaster1.xml" Id="R21429afe017b43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384607ef9e434c" /><Relationship Type="http://schemas.openxmlformats.org/officeDocument/2006/relationships/notesMaster" Target="/ppt/notesMasters/notesMaster1.xml" Id="R94de51b6a07a44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b337e4afb14b03" /><Relationship Type="http://schemas.openxmlformats.org/officeDocument/2006/relationships/notesMaster" Target="/ppt/notesMasters/notesMaster1.xml" Id="Reddd330ddc674e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fab25cec8243bb" /><Relationship Type="http://schemas.openxmlformats.org/officeDocument/2006/relationships/notesMaster" Target="/ppt/notesMasters/notesMaster1.xml" Id="R64c3eae4b47840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d7b89c6d194b59" /><Relationship Type="http://schemas.openxmlformats.org/officeDocument/2006/relationships/notesMaster" Target="/ppt/notesMasters/notesMaster1.xml" Id="Rb737ca2e25ce4b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980a20556440c2" /><Relationship Type="http://schemas.openxmlformats.org/officeDocument/2006/relationships/notesMaster" Target="/ppt/notesMasters/notesMaster1.xml" Id="Re239a54f17174e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9b72c301974260" /><Relationship Type="http://schemas.openxmlformats.org/officeDocument/2006/relationships/notesMaster" Target="/ppt/notesMasters/notesMaster1.xml" Id="Rc61b0f3700324d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fffa492a3f4055" /><Relationship Type="http://schemas.openxmlformats.org/officeDocument/2006/relationships/notesMaster" Target="/ppt/notesMasters/notesMaster1.xml" Id="Rc2652c3e61f442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e83fa064cd4926" /><Relationship Type="http://schemas.openxmlformats.org/officeDocument/2006/relationships/notesMaster" Target="/ppt/notesMasters/notesMaster1.xml" Id="R214d833ef2d74c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기준: FieldScope 1.5.4 소스 및 정식 서명 APK. 화면: Android 15 에뮬레이터에서 촬영한 실제 앱, 별도 문서 예제 프로젝트. XGI 값은 PC 시뮬레이터의 읽기 전용 데이터. 기능 근거: app/src/main/java/com/jayonstudio/fieldscope/ui/screens/FieldScopeScreen.kt, TagFocusDialog.kt, infrastructure/project/TagHistoryCsv.kt, domain/model/LicensePolicy.kt. 검증 결과: docs/release-1.5.4.md.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3ca74160442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2e9f58b3a49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bd4a255a64d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6dd137ea849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647b56c1c40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e421f6acd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137BEB-2AD8-4B70-A779-706921578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21EF93-F771-4912-8AC3-5DD3AC7733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A214D0-60F8-4374-BB75-8CF8BCAFE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2911BA-7E69-4732-8ED2-0B00C865DE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F5C50E-FF67-4AE8-818C-99EC053337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1AFF34-B56D-42BF-BB43-4217E7968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B2CE2E-99F8-4270-9A7F-4E30BAF217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73D081-49EF-44BD-98B6-CB1CBCEC12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FED05-A652-436A-8707-8E14FCCEA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C93716-B880-405E-A9A0-65F54BD759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ac8d03975640e3" /><Relationship Type="http://schemas.openxmlformats.org/officeDocument/2006/relationships/slideLayout" Target="/ppt/slideLayouts/slideLayout1.xml" Id="R3aa2f2610a87445d" /><Relationship Type="http://schemas.openxmlformats.org/officeDocument/2006/relationships/slideLayout" Target="/ppt/slideLayouts/slideLayout2.xml" Id="Rdc78bd14cfc541f0" /><Relationship Type="http://schemas.openxmlformats.org/officeDocument/2006/relationships/slideLayout" Target="/ppt/slideLayouts/slideLayout3.xml" Id="Rb7624b077ff04cf4" /><Relationship Type="http://schemas.openxmlformats.org/officeDocument/2006/relationships/slideLayout" Target="/ppt/slideLayouts/slideLayout4.xml" Id="R15e2f317b9094f23" /><Relationship Type="http://schemas.openxmlformats.org/officeDocument/2006/relationships/slideLayout" Target="/ppt/slideLayouts/slideLayout5.xml" Id="Rcc63807ac00043bc" /><Relationship Type="http://schemas.openxmlformats.org/officeDocument/2006/relationships/slideLayout" Target="/ppt/slideLayouts/slideLayout6.xml" Id="Rfc48aedccda34d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a2f2610a87445d"/>
    <p:sldLayoutId xmlns:r="http://schemas.openxmlformats.org/officeDocument/2006/relationships" id="2147483650" r:id="Rdc78bd14cfc541f0"/>
    <p:sldLayoutId xmlns:r="http://schemas.openxmlformats.org/officeDocument/2006/relationships" id="2147483651" r:id="Rb7624b077ff04cf4"/>
    <p:sldLayoutId xmlns:r="http://schemas.openxmlformats.org/officeDocument/2006/relationships" id="2147483652" r:id="R15e2f317b9094f23"/>
    <p:sldLayoutId xmlns:r="http://schemas.openxmlformats.org/officeDocument/2006/relationships" id="2147483653" r:id="Rcc63807ac00043bc"/>
    <p:sldLayoutId xmlns:r="http://schemas.openxmlformats.org/officeDocument/2006/relationships" id="2147483654" r:id="Rfc48aedccda34d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e7ce39e9e4174" /><Relationship Type="http://schemas.openxmlformats.org/officeDocument/2006/relationships/image" Target="/ppt/media/image.png" Id="R8041d6ef698747d8" /><Relationship Type="http://schemas.openxmlformats.org/officeDocument/2006/relationships/notesSlide" Target="/ppt/notesSlides/notesSlide1.xml" Id="Rb07dcb460cfe42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cef55edbc42d2" /><Relationship Type="http://schemas.openxmlformats.org/officeDocument/2006/relationships/image" Target="/ppt/media/image2.png" Id="Re2998da1ff35474d" /><Relationship Type="http://schemas.openxmlformats.org/officeDocument/2006/relationships/notesSlide" Target="/ppt/notesSlides/notesSlide2.xml" Id="R6e0c3840519f4b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464dcd56740c2" /><Relationship Type="http://schemas.openxmlformats.org/officeDocument/2006/relationships/image" Target="/ppt/media/image3.png" Id="Re72425fd98934789" /><Relationship Type="http://schemas.openxmlformats.org/officeDocument/2006/relationships/notesSlide" Target="/ppt/notesSlides/notesSlide3.xml" Id="R19e218f8b0894f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417b8588446fd" /><Relationship Type="http://schemas.openxmlformats.org/officeDocument/2006/relationships/notesSlide" Target="/ppt/notesSlides/notesSlide4.xml" Id="R713842309bb6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a7266ff864410" /><Relationship Type="http://schemas.openxmlformats.org/officeDocument/2006/relationships/image" Target="/ppt/media/image4.png" Id="R86e1d0e4e2d74556" /><Relationship Type="http://schemas.openxmlformats.org/officeDocument/2006/relationships/notesSlide" Target="/ppt/notesSlides/notesSlide5.xml" Id="R13b1fc714c6147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af684a65f4ccf" /><Relationship Type="http://schemas.openxmlformats.org/officeDocument/2006/relationships/image" Target="/ppt/media/image5.png" Id="Rf7823e628bc043fc" /><Relationship Type="http://schemas.openxmlformats.org/officeDocument/2006/relationships/notesSlide" Target="/ppt/notesSlides/notesSlide6.xml" Id="Rf33d810a47934d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e8c00d7fd04fc1" /><Relationship Type="http://schemas.openxmlformats.org/officeDocument/2006/relationships/image" Target="/ppt/media/image6.png" Id="Re1bda613764644d5" /><Relationship Type="http://schemas.openxmlformats.org/officeDocument/2006/relationships/notesSlide" Target="/ppt/notesSlides/notesSlide7.xml" Id="R6ec2c32a6e2849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551f93f7ae4c6b" /><Relationship Type="http://schemas.openxmlformats.org/officeDocument/2006/relationships/image" Target="/ppt/media/image7.png" Id="Raaa76ba55a5b41a8" /><Relationship Type="http://schemas.openxmlformats.org/officeDocument/2006/relationships/notesSlide" Target="/ppt/notesSlides/notesSlide8.xml" Id="R5b79f145c18140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2a3e13a8a49bf" /><Relationship Type="http://schemas.openxmlformats.org/officeDocument/2006/relationships/image" Target="/ppt/media/image8.png" Id="Rfb90704fbcac4e78" /><Relationship Type="http://schemas.openxmlformats.org/officeDocument/2006/relationships/notesSlide" Target="/ppt/notesSlides/notesSlide9.xml" Id="R3e6bbb42962143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b8386ec224f67" /><Relationship Type="http://schemas.openxmlformats.org/officeDocument/2006/relationships/image" Target="/ppt/media/image9.png" Id="R2f9dd8e0f1b248e9" /><Relationship Type="http://schemas.openxmlformats.org/officeDocument/2006/relationships/notesSlide" Target="/ppt/notesSlides/notesSlide10.xml" Id="Reb9b6e33d89940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53dc1d5b24c6a" /><Relationship Type="http://schemas.openxmlformats.org/officeDocument/2006/relationships/image" Target="/ppt/media/image10.png" Id="R3df61bba532341bc" /><Relationship Type="http://schemas.openxmlformats.org/officeDocument/2006/relationships/notesSlide" Target="/ppt/notesSlides/notesSlide11.xml" Id="R6840cc319c5b49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24439f71347fc" /><Relationship Type="http://schemas.openxmlformats.org/officeDocument/2006/relationships/image" Target="/ppt/media/image11.png" Id="R44047af5af124225" /><Relationship Type="http://schemas.openxmlformats.org/officeDocument/2006/relationships/notesSlide" Target="/ppt/notesSlides/notesSlide12.xml" Id="Rc3b07ec9c46149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4e4122541440f" /><Relationship Type="http://schemas.openxmlformats.org/officeDocument/2006/relationships/image" Target="/ppt/media/image12.png" Id="R25a10bf010324c2a" /><Relationship Type="http://schemas.openxmlformats.org/officeDocument/2006/relationships/notesSlide" Target="/ppt/notesSlides/notesSlide13.xml" Id="R8ed3aba9c40842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901d895a44aa4" /><Relationship Type="http://schemas.openxmlformats.org/officeDocument/2006/relationships/image" Target="/ppt/media/image13.png" Id="Refa273c7ed024497" /><Relationship Type="http://schemas.openxmlformats.org/officeDocument/2006/relationships/notesSlide" Target="/ppt/notesSlides/notesSlide14.xml" Id="R2a2d3d180d9641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204b46e5c4b77" /><Relationship Type="http://schemas.openxmlformats.org/officeDocument/2006/relationships/image" Target="/ppt/media/image14.png" Id="Ra780d5bc08fb4af8" /><Relationship Type="http://schemas.openxmlformats.org/officeDocument/2006/relationships/notesSlide" Target="/ppt/notesSlides/notesSlide15.xml" Id="Rd405699b08c140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8921524a594a70" /><Relationship Type="http://schemas.openxmlformats.org/officeDocument/2006/relationships/image" Target="/ppt/media/image15.png" Id="R6f76b527873e46c1" /><Relationship Type="http://schemas.openxmlformats.org/officeDocument/2006/relationships/notesSlide" Target="/ppt/notesSlides/notesSlide16.xml" Id="Rab73a40d552a44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0A873-1244-49F9-A264-FEBD5119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ACBD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FE0DD-11C4-448F-A9AE-A86BB8FA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FieldScope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1A9FE-4B23-4FC6-B6EA-87EF8C6D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3D9AF"/>
                </a:solidFill>
                <a:latin typeface="Malgun Gothic"/>
                <a:ea typeface="Malgun Gothic"/>
                <a:cs typeface="Malgun Gothic"/>
              </a:rPr>
              <a:t>산업용 모바일 PLC 모니터링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E3D60-0A5C-4F3E-BBA9-69BBDAD6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rPr>
              <a:t>현장에서 태그 값을 확인하고</a:t>
            </a:r>
          </a:p>
          <a:p xmlns:a="http://schemas.openxmlformats.org/drawingml/2006/main">
            <a:pPr>
              <a:def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D8E7EC"/>
                </a:solidFill>
                <a:latin typeface="Malgun Gothic"/>
                <a:ea typeface="Malgun Gothic"/>
                <a:cs typeface="Malgun Gothic"/>
              </a:rPr>
              <a:t>프로젝트를 CSV로 관리합니다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E6953-BCC5-40C3-A12C-EB324360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7217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DC1CE"/>
                </a:solidFill>
                <a:latin typeface="Malgun Gothic"/>
                <a:ea typeface="Malgun Gothic"/>
                <a:cs typeface="Malgun Gothic"/>
              </a:rPr>
              <a:t>JAYON STUDIO  /  Release 1.5.4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E04E8-AA9B-44F1-98C0-B504A1476C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1d6ef698747d8"/>
          <a:stretch xmlns:a="http://schemas.openxmlformats.org/drawingml/2006/main"/>
        </p:blipFill>
        <p:spPr>
          <a:xfrm xmlns:a="http://schemas.openxmlformats.org/drawingml/2006/main">
            <a:off x="8572500" y="1809750"/>
            <a:ext cx="2809875" cy="2809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3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5C029-18BB-4B45-9D2D-CC4BCB6C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BA005-4CEC-439E-88FA-8B2E5D43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프로젝트 중심의 현장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81B30-D475-416C-9A59-7B79C3D5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설비별 설정을 보관하고 필요한 프로젝트를 선택합니다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D06C5-6ADE-446E-9C8C-91EAF9C3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설비별 프로젝트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79B1B-B2F6-4F32-B9F7-274F7B14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프로젝트 이름과 설명, 디바이스·태그 수를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홈 화면에서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E0575-96C5-47B8-95EE-0533E611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한 프로젝트 안의 여러 PLC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DD6D5-6B4B-48A2-8E3D-DECDC34B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디바이스와 태그를 등록하고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모니터링 화면에서 값을 확인합니다.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347E-BDFC-4749-BF72-58E3BDB975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98da1ff35474d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C4712-A256-4A7B-8272-FFD385C8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현재 앱의 예제 프로젝트</a:t>
            </a:r>
          </a:p>
        </p:txBody>
      </p:sp>
    </p:spTree>
    <p:extLst>
      <p:ext uri="{BB962C8B-B14F-4D97-AF65-F5344CB8AC3E}">
        <p14:creationId xmlns:p14="http://schemas.microsoft.com/office/powerpoint/2010/main" val="583098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BC758-F866-42B3-B00E-5F549C62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2A805-FA2F-4881-A4E3-2225B2F8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디바이스 통신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FACE3-022E-4847-A140-0BD8AAA6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PLC에 맞는 드라이버와 IP·포트를 선택합니다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69BDE-1075-4215-8897-8E365AC6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숫자와 선택 항목으로 설정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55FCC-B271-4250-AB61-AC5724CF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기본 포트와 고급 통신 설정을 제공합니다.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JSON을 직접 작성할 필요가 없습니다.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A66FE-AE94-46E5-B5EE-E42C45F6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현장에서 수정하는 연결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E9369-6E4C-4839-B43A-E31B6E9C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목록 항목을 눌러 설정을 수정합니다.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타임아웃과 재접속 옵션도 조정할 수 있습니다.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0A6C7-A78F-45CF-8714-2BFDDE1660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425fd98934789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BE5D0-C0D8-43EB-9DEB-462A2C2C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LS XGI 연결 설정 예시</a:t>
            </a:r>
          </a:p>
        </p:txBody>
      </p:sp>
    </p:spTree>
    <p:extLst>
      <p:ext uri="{BB962C8B-B14F-4D97-AF65-F5344CB8AC3E}">
        <p14:creationId xmlns:p14="http://schemas.microsoft.com/office/powerpoint/2010/main" val="1608732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5724A-1F8E-4C95-B3AC-ECFC0BDB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D05CA-3424-43CA-87D8-E8175B0F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지원 Ethernet 드라이버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F986B-15B0-408E-AD1F-34FD7092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TCP/IP 네트워크에서 PLC 데이터를 직접 읽습니다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1DFC3-F022-40F6-9B00-109236D5B0C4}"/>
              </a:ext>
            </a:extLst>
          </p:cNvPr>
          <p:cNvGraphicFramePr/>
          <p:nvPr/>
        </p:nvGraphicFramePr>
        <p:xfrm>
          <a:off xmlns:a="http://schemas.openxmlformats.org/drawingml/2006/main" x="628650" y="2076450"/>
          <a:ext xmlns:a="http://schemas.openxmlformats.org/drawingml/2006/main" cx="109347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428750"/>
                <a:gridCol w="3790950"/>
                <a:gridCol w="285750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드라이버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7"/>
                      </a:solidFill>
                      <a:prstDash val="solid"/>
                    </a:lnL>
                    <a:lnR w="9525">
                      <a:solidFill>
                        <a:srgbClr val="D7E3E7"/>
                      </a:solidFill>
                      <a:prstDash val="solid"/>
                    </a:lnR>
                    <a:lnT w="9525">
                      <a:solidFill>
                        <a:srgbClr val="D7E3E7"/>
                      </a:solidFill>
                      <a:prstDash val="solid"/>
                    </a:lnT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1026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포트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T w="9525">
                      <a:solidFill>
                        <a:srgbClr val="D7E3E7"/>
                      </a:solidFill>
                      <a:prstDash val="solid"/>
                    </a:lnT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1026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주소 예시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T w="9525">
                      <a:solidFill>
                        <a:srgbClr val="D7E3E7"/>
                      </a:solidFill>
                      <a:prstDash val="solid"/>
                    </a:lnT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1026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범위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T w="9525">
                      <a:solidFill>
                        <a:srgbClr val="D7E3E7"/>
                      </a:solidFill>
                      <a:prstDash val="solid"/>
                    </a:lnT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1026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MELSEC Q MC 3E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7"/>
                      </a:solidFill>
                      <a:prstDash val="solid"/>
                    </a:lnL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D0 / M0 / X0 / Y0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3E Binary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LS XGI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7"/>
                      </a:solidFill>
                      <a:prstDash val="solid"/>
                    </a:lnL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%MX0 / %MW0 / %MD0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 메모리 영역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Modbus TCP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7"/>
                      </a:solidFill>
                      <a:prstDash val="solid"/>
                    </a:lnL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C:0 / DI:0 / HR:0 / IR:0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비트·레지스터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8A3E5-CDE9-43E2-A0F3-4B9CBD2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BOOL, 16·32비트 정수, FLOAT32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26324-4F55-4CBE-8BD4-BCEFAB1C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PLC의 통신 설정과 주소 범위를 확인해야 합니다. CPU USB 직접 통신과 STRING은 현재 지원하지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561383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A93FE-23FB-4FF1-A7E6-B30BA209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6E1FA-6CF0-473C-B23A-F9C5EA2D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태그와 그룹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64371-DCF9-4139-8F75-2615899E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태그 속성에 입력한 경로로 그룹을 자동 구성합니다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9A723-1090-44C8-93CF-D4B1C9B7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주소와 자료형을 함께 관리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E7C69-5D10-4846-A38E-8B46A264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태그 이름, PLC 주소, 자료형, 읽기·쓰기 권한과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수집 주기를 설정합니다.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A326C-EFA4-4D6E-BB1B-694BF20D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그룹 경로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7DCB8-8336-41A1-8B67-23A7198C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그룹 이름을 역슬래시로 구분해 입력하면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해당 디바이스 안에 그룹이 만들어집니다.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906D2-5113-49AB-8FDE-40F602327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1d0e4e2d74556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8CA31-D0E1-46D6-A784-2F9CEED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태그 속성 편집 예시</a:t>
            </a:r>
          </a:p>
        </p:txBody>
      </p:sp>
    </p:spTree>
    <p:extLst>
      <p:ext uri="{BB962C8B-B14F-4D97-AF65-F5344CB8AC3E}">
        <p14:creationId xmlns:p14="http://schemas.microsoft.com/office/powerpoint/2010/main" val="32906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024A6-CEB1-46DC-87C0-499C9801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1EC5A-B37D-49F4-A15D-9B4BFA15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검색과 목록 정렬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E7AE6-FAD6-42E9-8928-42F3DAB8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이름·주소·그룹 경로로 필요한 태그를 찾습니다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68EC6-D04D-4651-93CA-9F47CF67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필요할 때 펼치는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F02FE-89F8-4190-8193-2EDC7BD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검색·필터 영역은 기본적으로 접혀 있습니다.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접어도 입력한 검색 조건은 유지됩니다.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F0264-DDAE-4B9D-92C2-39C98C68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설비와 작업에 맞는 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2EF33-2F7C-4713-8DA9-FBC70CB1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그룹 드롭다운과 경로 검색으로 목록을 좁히고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이름·주소·장치·등록 순서로 정렬합니다.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461D7-3F4A-437C-B8E5-5AF177A6BD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23e628bc043fc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A1BE2-E12F-4FAF-8109-F5170E82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그룹 경로 검색 예시</a:t>
            </a:r>
          </a:p>
        </p:txBody>
      </p:sp>
    </p:spTree>
    <p:extLst>
      <p:ext uri="{BB962C8B-B14F-4D97-AF65-F5344CB8AC3E}">
        <p14:creationId xmlns:p14="http://schemas.microsoft.com/office/powerpoint/2010/main" val="2092313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B01F5-E968-4C07-A30B-57F447DB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6CC59-C0C0-41D9-ADE4-5550C424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현재 값 모니터링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28897-3AC5-4AF9-834B-F3A6331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태그 이름과 값을 읽기 쉽게 표시합니다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17434-5500-4AD6-8863-67196711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값과 품질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F44F1-41E6-411A-8D77-B135800B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수집 중인 값과 정상·오류 상태를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같은 목록에서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399CC-A33E-42D4-8B5E-33EBEC3B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터치하기 쉬운 수집 제어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CE174-F0C6-48FD-883E-196080B3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큰 시작/정지 전환 버튼과 새로고침을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화면 상단 중앙에 배치했습니다.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EF8EF-23A5-414B-8701-551F26CE6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da613764644d5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5CF46-AD78-429B-A933-4FC0CF04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실제 앱 화면 · 시뮬레이터 값</a:t>
            </a:r>
          </a:p>
        </p:txBody>
      </p:sp>
    </p:spTree>
    <p:extLst>
      <p:ext uri="{BB962C8B-B14F-4D97-AF65-F5344CB8AC3E}">
        <p14:creationId xmlns:p14="http://schemas.microsoft.com/office/powerpoint/2010/main" val="1090796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315FD-2105-4891-A312-C3259123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875FA-2262-4BCF-A00F-95600C7C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정지와 한 번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5DF75-B973-4E65-946B-080EC14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새로고침은 현재 수집 상태에 맞게 동작합니다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6DB75-ADB2-4BEF-8BF9-1F83E9B6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정지 상태에서 새로고침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A4916-6568-4406-B10C-7B5B4A47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값을 한 차례 읽고 정지 상태를 유지합니다.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필요한 순간의 값을 확인할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33D61-215A-422B-A675-9CC5E2DB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수집 중 화면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79DE1-2F8D-4506-84F1-CCA4BA6A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실행 중에는 화면이 자동으로 꺼지지 않습니다.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새로고침을 누르면 재연결 후 수집을 계속합니다.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ABB72-9C12-4B2F-81F8-EB73062185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76ba55a5b41a8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FD92C-19DD-4A64-B22A-3E73F8F6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정지 상태의 마지막 수신값</a:t>
            </a:r>
          </a:p>
        </p:txBody>
      </p:sp>
    </p:spTree>
    <p:extLst>
      <p:ext uri="{BB962C8B-B14F-4D97-AF65-F5344CB8AC3E}">
        <p14:creationId xmlns:p14="http://schemas.microsoft.com/office/powerpoint/2010/main" val="622422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9301E-46E1-458B-8FF1-DE6F9D52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CAB98-CE36-4C0A-AD25-3FE70AEC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태그 확대와 실시간 트렌드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0CD96-A7A2-4741-8276-74991C22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태그명과 설명, 현재 값을 크게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B231B-FF0E-4686-8964-7BC33722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가로·세로 확대 보기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B0DAE-66E5-4260-9BA7-6CB2DEE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화면을 회전해도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선택 태그와 수신점을 유지합니다.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8481A-668A-4DFD-B23C-900F2E7E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시간축 조절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19974-E012-4F4C-B373-C662413B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672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30초부터 1시간까지 선택하고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핀치로 확대하거나 좌우로 이동합니다.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1BB24-F014-45B4-BC45-5F0D79E94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0704fbcac4e78"/>
          <a:stretch xmlns:a="http://schemas.openxmlformats.org/drawingml/2006/main"/>
        </p:blipFill>
        <p:spPr>
          <a:xfrm xmlns:a="http://schemas.openxmlformats.org/drawingml/2006/main">
            <a:off x="4954058" y="2009775"/>
            <a:ext cx="6570133" cy="3695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AEEEF-F6E6-4222-AB1C-843319E0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5787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실제 1.5.4 화면 · XGI 시뮬레이터 값</a:t>
            </a:r>
          </a:p>
        </p:txBody>
      </p:sp>
    </p:spTree>
    <p:extLst>
      <p:ext uri="{BB962C8B-B14F-4D97-AF65-F5344CB8AC3E}">
        <p14:creationId xmlns:p14="http://schemas.microsoft.com/office/powerpoint/2010/main" val="95415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21FE6-4184-40F6-BBF2-917FE2AE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481CE-1CF2-4F74-866B-3AE77DE0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비트 상태와 연속음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B3991-613D-4A28-93A2-0C63BE0A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ON/OFF 변화를 계단형 트렌드로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A75C0-DE7B-4038-9616-5542FFCD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ON일 때 연속 비프음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37CFF-BD21-43AD-B8AE-7051606E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활성화하면 일정한 높은 음이 납니다.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휴대폰 미디어 음량을 사용합니다.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F03B6-1154-4127-903B-7B8A35F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수집 상태에 따른 중지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621D5-F578-48EE-874E-7E3C4008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672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OFF·수집 정지·통신 오류·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확대 종료 시 소리를 멈춥니다.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A21D2-E9E8-4A9E-9C3F-93CBDCBB4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dd8e0f1b248e9"/>
          <a:stretch xmlns:a="http://schemas.openxmlformats.org/drawingml/2006/main"/>
        </p:blipFill>
        <p:spPr>
          <a:xfrm xmlns:a="http://schemas.openxmlformats.org/drawingml/2006/main">
            <a:off x="4954058" y="2009775"/>
            <a:ext cx="6570133" cy="3695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B88BF-5B22-41C3-9211-C5B8F650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5787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실제 앱 UI · 비트 값은 검증용 테스트 데이터</a:t>
            </a:r>
          </a:p>
        </p:txBody>
      </p:sp>
    </p:spTree>
    <p:extLst>
      <p:ext uri="{BB962C8B-B14F-4D97-AF65-F5344CB8AC3E}">
        <p14:creationId xmlns:p14="http://schemas.microsoft.com/office/powerpoint/2010/main" val="1814882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E3B90-86A1-4200-8DC1-7620059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13CA0-27B3-45DE-96A6-681725C0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수신 시각을 포함한 태그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ABF41-4E70-4DFA-99EF-4CFE6CD7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확대 화면을 닫을 때 보관 중인 수신점을 CSV로 저장합니다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F2DE0-99DA-481B-8C8C-10F8957B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시간, 태그명, 설명, 주소, 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109AB-B298-4FC4-AAF1-63F27673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수신점마다 한 행을 기록하고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각 값의 수신 시각을 밀리초까지 남깁니다.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D8A18-7D19-4B6B-BA57-72B20973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고정 공용 폴더에 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FD157-FE7B-4629-96B6-9175632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Download/FieldScope/태그이력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태그명_설명_날짜시간.csv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9B121-76C2-4CCB-BD50-21C39D45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700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최대 1시간 또는 20,000점의 임시 수신 데이터입니다.</a:t>
            </a:r>
          </a:p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프로젝트 설정 CSV와는 별도 파일입니다.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ECEE8-5B39-43F5-8A11-C6B963BD9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61bba532341bc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82C33-4180-4E96-8D7A-95F49882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저장 / 저장 안 함 / 취소 선택</a:t>
            </a:r>
          </a:p>
        </p:txBody>
      </p:sp>
    </p:spTree>
    <p:extLst>
      <p:ext uri="{BB962C8B-B14F-4D97-AF65-F5344CB8AC3E}">
        <p14:creationId xmlns:p14="http://schemas.microsoft.com/office/powerpoint/2010/main" val="11791225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5B789-DFA2-4577-BDB0-90A4B76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31648-9AB6-482F-8910-3B000676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프로젝트 한 개를 CSV 한 파일로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38F64-7359-42C1-B1FC-9146733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설정 백업과 Excel 편집을 연결합니다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005AE-6802-4B92-A5CA-6D3C09EB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공용 폴더에 저장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CE58C-D17D-4E53-90B9-9E0BB466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프로젝트 설정을 고정 내보내기 폴더에 저장하고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파일 공유로 담당자에게 전달합니다.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FE1EE-6D13-4749-8775-F18EE114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Excel에서 태그 편집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47F07-9B05-4146-B4E1-A1875DC2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키와 디바이스 연결을 유지하면서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태그를 수정·추가한 뒤 UTF-8 CSV로 저장합니다.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1CE8F-CC88-4DE8-BF9C-C3458032DE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47af5af124225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95433-89B6-4B4E-917F-F9B188E6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CSV 내보내기 완료 화면</a:t>
            </a:r>
          </a:p>
        </p:txBody>
      </p:sp>
    </p:spTree>
    <p:extLst>
      <p:ext uri="{BB962C8B-B14F-4D97-AF65-F5344CB8AC3E}">
        <p14:creationId xmlns:p14="http://schemas.microsoft.com/office/powerpoint/2010/main" val="12781298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14539-010E-430F-AF37-951EE22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AF3B8-656E-4671-8EAF-E8DD55C6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검증 후 프로젝트 전체 교체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6F2B9-6EC6-44CB-94EE-A4530585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CSV에 담긴 내용으로 대상 프로젝트를 다시 구성합니다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085DB-F2E8-46F6-B872-34D84D7D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적용 전 변경 내용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903DC-827D-47FF-8D52-50AFE2EC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6697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CSV에 없는 디바이스·태그는 삭제하고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그룹은 태그 경로로 다시 생성합니다.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A9C87-6DD9-495A-88AA-C3B0FE83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검증 실패 시 기존 데이터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0251B-40F3-4548-ABDE-14ABFF91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형식 오류나 라이선스 한도 초과 이유를 표시하고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프로젝트 교체를 적용하지 않습니다.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0D9A8-D19D-442A-BDEB-30C84EAA10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10bf010324c2a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32013-4CD4-423A-B580-311E25BE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CSV 검증·전체 교체 미리보기</a:t>
            </a:r>
          </a:p>
        </p:txBody>
      </p:sp>
    </p:spTree>
    <p:extLst>
      <p:ext uri="{BB962C8B-B14F-4D97-AF65-F5344CB8AC3E}">
        <p14:creationId xmlns:p14="http://schemas.microsoft.com/office/powerpoint/2010/main" val="13736795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3519E-A1AB-4748-A3E1-2FBCC8F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9DE35-6EFC-4F2E-96A9-61C299C7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라이선스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EAFC7-1DF8-45E2-822B-87D5976B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태그 수량은 모든 프로젝트를 합산합니다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99255-096D-4371-ACC0-1798F4AC8426}"/>
              </a:ext>
            </a:extLst>
          </p:cNvPr>
          <p:cNvGraphicFramePr/>
          <p:nvPr/>
        </p:nvGraphicFramePr>
        <p:xfrm>
          <a:off xmlns:a="http://schemas.openxmlformats.org/drawingml/2006/main" x="628650" y="2133600"/>
          <a:ext xmlns:a="http://schemas.openxmlformats.org/drawingml/2006/main" cx="7239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1571625"/>
                <a:gridCol w="3429000"/>
              </a:tblGrid>
              <a:tr h="6429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7"/>
                      </a:solidFill>
                      <a:prstDash val="solid"/>
                    </a:lnL>
                    <a:lnR w="9525">
                      <a:solidFill>
                        <a:srgbClr val="D7E3E7"/>
                      </a:solidFill>
                      <a:prstDash val="solid"/>
                    </a:lnR>
                    <a:lnT w="9525">
                      <a:solidFill>
                        <a:srgbClr val="D7E3E7"/>
                      </a:solidFill>
                      <a:prstDash val="solid"/>
                    </a:lnT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1026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태그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T w="9525">
                      <a:solidFill>
                        <a:srgbClr val="D7E3E7"/>
                      </a:solidFill>
                      <a:prstDash val="solid"/>
                    </a:lnT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1026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범위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T w="9525">
                      <a:solidFill>
                        <a:srgbClr val="D7E3E7"/>
                      </a:solidFill>
                      <a:prstDash val="solid"/>
                    </a:lnT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10264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7"/>
                      </a:solidFill>
                      <a:prstDash val="solid"/>
                    </a:lnL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디바이스 1개 / 읽기 전용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FieldScope 5000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7"/>
                      </a:solidFill>
                      <a:prstDash val="solid"/>
                    </a:lnL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5,000개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읽기·쓰기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FieldScope 50000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3E7"/>
                      </a:solidFill>
                      <a:prstDash val="solid"/>
                    </a:lnL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50,000개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6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읽기·쓰기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3E7"/>
                      </a:solidFill>
                      <a:prstDash val="solid"/>
                    </a:lnR>
                    <a:lnB w="9525">
                      <a:solidFill>
                        <a:srgbClr val="D7E3E7"/>
                      </a:solidFill>
                      <a:prstDash val="soli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CCE09-5404-4AF6-AB62-5C08A8BE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387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적용 중이면 허용량과 사용량을 크게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B4205-E916-4EC1-9843-01A6DC60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쓰기에는 태그 권한과 사용자 확인이 필요합니다.</a:t>
            </a:r>
          </a:p>
          <a:p xmlns:a="http://schemas.openxmlformats.org/drawingml/2006/main">
            <a:pPr>
              <a:def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허용 태그 수량은 갱신 속도 보장 수치가 아닙니다.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C22C0-9879-43A6-BB63-37A4AFC8D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273c7ed024497"/>
          <a:stretch xmlns:a="http://schemas.openxmlformats.org/drawingml/2006/main"/>
        </p:blipFill>
        <p:spPr>
          <a:xfrm xmlns:a="http://schemas.openxmlformats.org/drawingml/2006/main">
            <a:off x="8620125" y="1717146"/>
            <a:ext cx="2381250" cy="42333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EF2D6-9FF8-47E5-8AD6-7C8B5E7F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무료 상태 표시 예시</a:t>
            </a:r>
          </a:p>
        </p:txBody>
      </p:sp>
    </p:spTree>
    <p:extLst>
      <p:ext uri="{BB962C8B-B14F-4D97-AF65-F5344CB8AC3E}">
        <p14:creationId xmlns:p14="http://schemas.microsoft.com/office/powerpoint/2010/main" val="6951786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032CD-A976-4AAD-92CC-7EA39EA1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C2334-3870-41CD-96C1-B7F2CF19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요청 파일 발급과 라이선스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E29A2-5E48-4009-A6EF-30DD8F5B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기기별 요청 파일을 공유하고 발급 파일을 등록합니다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29A14-34B5-48AB-9B28-E6BD378B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파일과 안내 문구를 함께 공유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B70BF-DDAF-48DA-90FE-FD7257B7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요청 JSON과 발급 요청 문구를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Android 공유 창으로 함께 전달합니다.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457CB-A5C3-43F5-8B68-699BB77E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고정 폴더에서 자동 인식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F514B-CB15-4D80-AAC0-8075F67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최초 폴더 접근 허용 후 발급 파일을 목록에 표시합니다.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검증·등록하고 프로그램을 재시작하면 반영됩니다.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AD58B-7719-427B-B1D1-68FCDEDED3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0d5bc08fb4af8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D21CA-9255-4947-89CC-FC77BA18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요청 파일 공유·중복 생성 차단</a:t>
            </a:r>
          </a:p>
        </p:txBody>
      </p:sp>
    </p:spTree>
    <p:extLst>
      <p:ext uri="{BB962C8B-B14F-4D97-AF65-F5344CB8AC3E}">
        <p14:creationId xmlns:p14="http://schemas.microsoft.com/office/powerpoint/2010/main" val="17422554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52AFF-53BC-4A92-BABA-27B5CC5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50B6D-C22A-4FF9-B456-539B8CA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640"/>
                </a:solidFill>
                <a:latin typeface="Malgun Gothic"/>
                <a:ea typeface="Malgun Gothic"/>
                <a:cs typeface="Malgun Gothic"/>
              </a:rPr>
              <a:t>설치와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E989A-3FB6-40B9-97AD-6638A6F1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Android 10 이상에서 정식 APK로 설치합니다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7989A-2FAC-4F15-84F7-2C36515F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설정 관리와 라이선스 관리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2EFF3-F311-4750-ABC2-D0F569F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상단 메뉴에서 설정과 라이선스를 구분하고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확인창을 거쳐 프로그램을 종료·재시작합니다.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31278-82D9-4D30-9E87-33321B0B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66B"/>
                </a:solidFill>
                <a:latin typeface="Malgun Gothic"/>
                <a:ea typeface="Malgun Gothic"/>
                <a:cs typeface="Malgun Gothic"/>
              </a:rPr>
              <a:t>현장 적용 준비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C4098-DAD0-4F2A-86CF-BAE8BFD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PLC IP·포트와 지원 주소를 확인하고</a:t>
            </a:r>
          </a:p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읽기 전용으로 시험한 뒤 프로젝트를 백업합니다.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582B8-DCA5-4CDC-BFD0-D89FA560ED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6b527873e46c1"/>
          <a:stretch xmlns:a="http://schemas.openxmlformats.org/drawingml/2006/main"/>
        </p:blipFill>
        <p:spPr>
          <a:xfrm xmlns:a="http://schemas.openxmlformats.org/drawingml/2006/main">
            <a:off x="8574286" y="1714500"/>
            <a:ext cx="2453878" cy="4362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5F167-ADF2-42B7-B2FB-07FA869C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현재 앱의 설정 관리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B8D59-8E0D-41DF-98C4-1672043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245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3"/>
                </a:solidFill>
                <a:latin typeface="Malgun Gothic"/>
                <a:ea typeface="Malgun Gothic"/>
                <a:cs typeface="Malgun Gothic"/>
              </a:rPr>
              <a:t>JAYON STUDIO  /  FieldScope 1.5.4</a:t>
            </a:r>
          </a:p>
        </p:txBody>
      </p:sp>
    </p:spTree>
    <p:extLst>
      <p:ext uri="{BB962C8B-B14F-4D97-AF65-F5344CB8AC3E}">
        <p14:creationId xmlns:p14="http://schemas.microsoft.com/office/powerpoint/2010/main" val="1076089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2026-10-17T17:53:11.5010000Z</dcterms:created>
  <dcterms:modified xsi:type="dcterms:W3CDTF">2026-10-17T17:53:11.5010000Z</dcterms:modified>
</coreProperties>
</file>